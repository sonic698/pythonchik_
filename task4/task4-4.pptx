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25070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37071007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1991769927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123224479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81832921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05791473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411967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0487886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513146257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018459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89923026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20886310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0861713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769819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45903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1162388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971659802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9065479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0638581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49406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824432606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3636441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8394200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5014498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57897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1448325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28880557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228556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99360562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792927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3050437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32852999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50838811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985920317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79276929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934048872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17539985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759553523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68215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43081007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382062449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55386411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305610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91331296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149432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5973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271949296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56817473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55770889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1485877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88295875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813280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70475545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2026931968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89270679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44713351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39299799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04398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67157469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98568402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207737103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2675939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910884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7159233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4338911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31461352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13592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64482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754678675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67990308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0081389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3060465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53709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99226" y="612995"/>
            <a:ext cx="4140050" cy="3673490"/>
          </a:xfrm>
          <a:prstGeom prst="rect">
            <a:avLst/>
          </a:prstGeom>
        </p:spPr>
      </p:pic>
      <p:sp>
        <p:nvSpPr>
          <p:cNvPr id="716565758" name=""/>
          <p:cNvSpPr txBox="1"/>
          <p:nvPr/>
        </p:nvSpPr>
        <p:spPr bwMode="auto">
          <a:xfrm rot="0" flipH="0" flipV="0">
            <a:off x="887450" y="301781"/>
            <a:ext cx="933243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task4-4</a:t>
            </a:r>
            <a:endParaRPr/>
          </a:p>
        </p:txBody>
      </p:sp>
      <p:sp>
        <p:nvSpPr>
          <p:cNvPr id="1016221303" name=""/>
          <p:cNvSpPr/>
          <p:nvPr/>
        </p:nvSpPr>
        <p:spPr bwMode="auto">
          <a:xfrm rot="0" flipH="0" flipV="0">
            <a:off x="3914702" y="2503848"/>
            <a:ext cx="235767" cy="198044"/>
          </a:xfrm>
          <a:prstGeom prst="smileyFace">
            <a:avLst>
              <a:gd name="adj" fmla="val 46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34566773" name=""/>
          <p:cNvCxnSpPr/>
          <p:nvPr/>
        </p:nvCxnSpPr>
        <p:spPr bwMode="auto">
          <a:xfrm flipH="1" flipV="0">
            <a:off x="4235346" y="2334096"/>
            <a:ext cx="443242" cy="268774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775406" name=""/>
          <p:cNvSpPr txBox="1"/>
          <p:nvPr/>
        </p:nvSpPr>
        <p:spPr bwMode="auto">
          <a:xfrm rot="0" flipH="0" flipV="0">
            <a:off x="4867202" y="2263366"/>
            <a:ext cx="6295819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тут мы застрянем, если будем действовать по алгоритму</a:t>
            </a:r>
            <a:endParaRPr/>
          </a:p>
        </p:txBody>
      </p:sp>
      <p:sp>
        <p:nvSpPr>
          <p:cNvPr id="278544500" name=""/>
          <p:cNvSpPr txBox="1"/>
          <p:nvPr/>
        </p:nvSpPr>
        <p:spPr bwMode="auto">
          <a:xfrm rot="0" flipH="0" flipV="0">
            <a:off x="4876633" y="4583316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2082357905" name=""/>
          <p:cNvSpPr txBox="1"/>
          <p:nvPr/>
        </p:nvSpPr>
        <p:spPr bwMode="auto">
          <a:xfrm rot="0" flipH="0" flipV="0">
            <a:off x="2056856" y="5120866"/>
            <a:ext cx="6425183" cy="9147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цикл становится бесконечным в самом начале, 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потому что слева находится стена, 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но шаг вперёд сделать нельзя, потому что там тоже стена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2026-04-14T22:38:29Z</dcterms:modified>
</cp:coreProperties>
</file>