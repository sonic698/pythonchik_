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96209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3235252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570160878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893733772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0916986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4207887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67506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2420336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212195048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ED7765-A1E7-A613-9B23-F5C8A86596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410539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1929387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05332354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8518669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528376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2830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0940693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1720461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14506488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6220713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129375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72915426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473049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9888157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4726698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37391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2445592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34672952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3285068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3710271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502758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32161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00350218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56492177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61439040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247337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94057429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17642182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3796530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5433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40143520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73348448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1798871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66623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0783539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04940952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08253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60767682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9977809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444031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66536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492475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16346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789661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214535608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765463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2467880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4411545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0586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68389649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5194875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64893362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6480366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872483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46341896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1994632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3993774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9378888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025604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8423913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942328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83058659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353095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794747" name=""/>
          <p:cNvSpPr txBox="1"/>
          <p:nvPr/>
        </p:nvSpPr>
        <p:spPr bwMode="auto">
          <a:xfrm rot="0" flipH="0" flipV="0">
            <a:off x="415915" y="477088"/>
            <a:ext cx="126507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task_4-1-1</a:t>
            </a:r>
            <a:endParaRPr/>
          </a:p>
        </p:txBody>
      </p:sp>
      <p:sp>
        <p:nvSpPr>
          <p:cNvPr id="620728298" name=""/>
          <p:cNvSpPr/>
          <p:nvPr/>
        </p:nvSpPr>
        <p:spPr bwMode="auto">
          <a:xfrm rot="0" flipH="0" flipV="0">
            <a:off x="4113454" y="660148"/>
            <a:ext cx="1314672" cy="47153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Ввод </a:t>
            </a:r>
            <a:r>
              <a:rPr lang="en-US" sz="1200"/>
              <a:t>A, B, C, D</a:t>
            </a:r>
            <a:endParaRPr sz="1200"/>
          </a:p>
        </p:txBody>
      </p:sp>
      <p:sp>
        <p:nvSpPr>
          <p:cNvPr id="1300534648" name=""/>
          <p:cNvSpPr/>
          <p:nvPr/>
        </p:nvSpPr>
        <p:spPr bwMode="auto">
          <a:xfrm rot="0" flipH="0" flipV="0">
            <a:off x="4255271" y="1535105"/>
            <a:ext cx="914400" cy="37233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/>
              <a:t>min = A</a:t>
            </a:r>
            <a:endParaRPr sz="1200"/>
          </a:p>
        </p:txBody>
      </p:sp>
      <p:sp>
        <p:nvSpPr>
          <p:cNvPr id="1500641376" name=""/>
          <p:cNvSpPr/>
          <p:nvPr/>
        </p:nvSpPr>
        <p:spPr bwMode="auto">
          <a:xfrm rot="0" flipH="0" flipV="0">
            <a:off x="3925976" y="2414257"/>
            <a:ext cx="1622079" cy="47153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/>
              <a:t>min &gt; B?</a:t>
            </a:r>
            <a:endParaRPr sz="1200"/>
          </a:p>
        </p:txBody>
      </p:sp>
      <p:sp>
        <p:nvSpPr>
          <p:cNvPr id="803219119" name=""/>
          <p:cNvSpPr/>
          <p:nvPr/>
        </p:nvSpPr>
        <p:spPr bwMode="auto">
          <a:xfrm rot="0" flipH="0" flipV="0">
            <a:off x="5889007" y="2819777"/>
            <a:ext cx="914400" cy="34893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/>
              <a:t>min = B</a:t>
            </a:r>
            <a:endParaRPr sz="1200"/>
          </a:p>
        </p:txBody>
      </p:sp>
      <p:sp>
        <p:nvSpPr>
          <p:cNvPr id="1477438655" name=""/>
          <p:cNvSpPr/>
          <p:nvPr/>
        </p:nvSpPr>
        <p:spPr bwMode="auto">
          <a:xfrm rot="0" flipH="0" flipV="0">
            <a:off x="3796819" y="3277165"/>
            <a:ext cx="1782400" cy="4809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min &gt; C?</a:t>
            </a:r>
            <a:endParaRPr sz="1200"/>
          </a:p>
        </p:txBody>
      </p:sp>
      <p:sp>
        <p:nvSpPr>
          <p:cNvPr id="351391500" name=""/>
          <p:cNvSpPr/>
          <p:nvPr/>
        </p:nvSpPr>
        <p:spPr bwMode="auto">
          <a:xfrm rot="0" flipH="0" flipV="0">
            <a:off x="3876980" y="4489009"/>
            <a:ext cx="1622079" cy="4149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min &gt; D?</a:t>
            </a:r>
            <a:endParaRPr sz="1200"/>
          </a:p>
        </p:txBody>
      </p:sp>
      <p:sp>
        <p:nvSpPr>
          <p:cNvPr id="1538288662" name=""/>
          <p:cNvSpPr/>
          <p:nvPr/>
        </p:nvSpPr>
        <p:spPr bwMode="auto">
          <a:xfrm rot="0" flipH="0" flipV="0">
            <a:off x="4143465" y="47175"/>
            <a:ext cx="1137299" cy="35835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2024201206" name=""/>
          <p:cNvSpPr/>
          <p:nvPr/>
        </p:nvSpPr>
        <p:spPr bwMode="auto">
          <a:xfrm rot="0" flipH="0" flipV="0">
            <a:off x="5889007" y="3974198"/>
            <a:ext cx="914400" cy="4149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min = C</a:t>
            </a:r>
            <a:endParaRPr sz="1200"/>
          </a:p>
        </p:txBody>
      </p:sp>
      <p:sp>
        <p:nvSpPr>
          <p:cNvPr id="40987827" name=""/>
          <p:cNvSpPr/>
          <p:nvPr/>
        </p:nvSpPr>
        <p:spPr bwMode="auto">
          <a:xfrm rot="0" flipH="0" flipV="0">
            <a:off x="5945591" y="5167642"/>
            <a:ext cx="914400" cy="41532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/>
              <a:t>min = D</a:t>
            </a:r>
            <a:endParaRPr sz="1200"/>
          </a:p>
        </p:txBody>
      </p:sp>
      <p:sp>
        <p:nvSpPr>
          <p:cNvPr id="763912729" name=""/>
          <p:cNvSpPr/>
          <p:nvPr/>
        </p:nvSpPr>
        <p:spPr bwMode="auto">
          <a:xfrm rot="0" flipH="0" flipV="0">
            <a:off x="3796819" y="5648985"/>
            <a:ext cx="1631307" cy="53754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200"/>
              <a:t>Вывод </a:t>
            </a:r>
            <a:r>
              <a:rPr lang="en-US" sz="1200"/>
              <a:t>min</a:t>
            </a:r>
            <a:endParaRPr sz="1200"/>
          </a:p>
        </p:txBody>
      </p:sp>
      <p:sp>
        <p:nvSpPr>
          <p:cNvPr id="1421758198" name=""/>
          <p:cNvSpPr/>
          <p:nvPr/>
        </p:nvSpPr>
        <p:spPr bwMode="auto">
          <a:xfrm rot="0" flipH="0" flipV="0">
            <a:off x="4181126" y="6403440"/>
            <a:ext cx="1062689" cy="38665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cxnSp>
        <p:nvCxnSpPr>
          <p:cNvPr id="568330910" name=""/>
          <p:cNvCxnSpPr>
            <a:stCxn id="1538288662" idx="2"/>
          </p:cNvCxnSpPr>
          <p:nvPr/>
        </p:nvCxnSpPr>
        <p:spPr bwMode="auto">
          <a:xfrm rot="5400000" flipH="0" flipV="0">
            <a:off x="4591618" y="523406"/>
            <a:ext cx="23575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874024" name=""/>
          <p:cNvCxnSpPr>
            <a:endCxn id="1300534648" idx="0"/>
          </p:cNvCxnSpPr>
          <p:nvPr/>
        </p:nvCxnSpPr>
        <p:spPr bwMode="auto">
          <a:xfrm rot="5400000" flipH="0" flipV="0">
            <a:off x="4510762" y="1333394"/>
            <a:ext cx="40342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967260" name=""/>
          <p:cNvCxnSpPr>
            <a:stCxn id="1300534648" idx="2"/>
            <a:endCxn id="1500641376" idx="0"/>
          </p:cNvCxnSpPr>
          <p:nvPr/>
        </p:nvCxnSpPr>
        <p:spPr bwMode="auto">
          <a:xfrm rot="5400000" flipH="0" flipV="1">
            <a:off x="4471337" y="2148578"/>
            <a:ext cx="506812" cy="2454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056358" name=""/>
          <p:cNvCxnSpPr>
            <a:stCxn id="1500641376" idx="3"/>
            <a:endCxn id="1500641376" idx="3"/>
          </p:cNvCxnSpPr>
          <p:nvPr/>
        </p:nvCxnSpPr>
        <p:spPr bwMode="auto">
          <a:xfrm rot="0" flipH="0" flipV="0">
            <a:off x="5548055" y="2650024"/>
            <a:ext cx="0" cy="0"/>
          </a:xfrm>
          <a:prstGeom prst="bentConnector3">
            <a:avLst>
              <a:gd name="adj1" fmla="val 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718341" name=""/>
          <p:cNvCxnSpPr>
            <a:stCxn id="1500641376" idx="1"/>
          </p:cNvCxnSpPr>
          <p:nvPr/>
        </p:nvCxnSpPr>
        <p:spPr bwMode="auto">
          <a:xfrm rot="10800000" flipH="0" flipV="1">
            <a:off x="3533725" y="2654740"/>
            <a:ext cx="39225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6657365" name=""/>
          <p:cNvCxnSpPr/>
          <p:nvPr/>
        </p:nvCxnSpPr>
        <p:spPr bwMode="auto">
          <a:xfrm flipH="0" flipV="0">
            <a:off x="3499752" y="2650024"/>
            <a:ext cx="0" cy="326773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205610" name=""/>
          <p:cNvCxnSpPr>
            <a:endCxn id="763912729" idx="2"/>
          </p:cNvCxnSpPr>
          <p:nvPr/>
        </p:nvCxnSpPr>
        <p:spPr bwMode="auto">
          <a:xfrm rot="0" flipH="0" flipV="0">
            <a:off x="3499752" y="5917759"/>
            <a:ext cx="46019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897189" name=""/>
          <p:cNvCxnSpPr>
            <a:endCxn id="351391500" idx="1"/>
          </p:cNvCxnSpPr>
          <p:nvPr/>
        </p:nvCxnSpPr>
        <p:spPr bwMode="auto">
          <a:xfrm rot="0" flipH="0" flipV="0">
            <a:off x="3499752" y="4691769"/>
            <a:ext cx="37722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033467" name=""/>
          <p:cNvCxnSpPr>
            <a:endCxn id="1477438655" idx="1"/>
          </p:cNvCxnSpPr>
          <p:nvPr/>
        </p:nvCxnSpPr>
        <p:spPr bwMode="auto">
          <a:xfrm rot="0" flipH="0" flipV="1">
            <a:off x="3509183" y="3517648"/>
            <a:ext cx="28763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5688580" name=""/>
          <p:cNvCxnSpPr>
            <a:stCxn id="1500641376" idx="3"/>
            <a:endCxn id="1500641376" idx="3"/>
          </p:cNvCxnSpPr>
          <p:nvPr/>
        </p:nvCxnSpPr>
        <p:spPr bwMode="auto">
          <a:xfrm rot="0" flipH="0" flipV="0">
            <a:off x="5548055" y="2650024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779724" name=""/>
          <p:cNvCxnSpPr>
            <a:stCxn id="1500641376" idx="3"/>
          </p:cNvCxnSpPr>
          <p:nvPr/>
        </p:nvCxnSpPr>
        <p:spPr bwMode="auto">
          <a:xfrm rot="0" flipH="0" flipV="1">
            <a:off x="5548055" y="2645309"/>
            <a:ext cx="81862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19766" name=""/>
          <p:cNvCxnSpPr/>
          <p:nvPr/>
        </p:nvCxnSpPr>
        <p:spPr bwMode="auto">
          <a:xfrm flipH="0" flipV="0">
            <a:off x="6366683" y="2640593"/>
            <a:ext cx="0" cy="17918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255332" name=""/>
          <p:cNvCxnSpPr>
            <a:stCxn id="803219119" idx="2"/>
            <a:endCxn id="2024201206" idx="0"/>
          </p:cNvCxnSpPr>
          <p:nvPr/>
        </p:nvCxnSpPr>
        <p:spPr bwMode="auto">
          <a:xfrm rot="5400000" flipH="0" flipV="0">
            <a:off x="5943463" y="3571455"/>
            <a:ext cx="80548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454063" name=""/>
          <p:cNvCxnSpPr>
            <a:endCxn id="1477438655" idx="3"/>
          </p:cNvCxnSpPr>
          <p:nvPr/>
        </p:nvCxnSpPr>
        <p:spPr bwMode="auto">
          <a:xfrm rot="10800000" flipH="0" flipV="0">
            <a:off x="5579220" y="3517648"/>
            <a:ext cx="75917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019908" name=""/>
          <p:cNvCxnSpPr>
            <a:stCxn id="2024201206" idx="2"/>
          </p:cNvCxnSpPr>
          <p:nvPr/>
        </p:nvCxnSpPr>
        <p:spPr bwMode="auto">
          <a:xfrm rot="5400000" flipH="0" flipV="1">
            <a:off x="5971725" y="4769153"/>
            <a:ext cx="76000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575625" name=""/>
          <p:cNvCxnSpPr>
            <a:endCxn id="351391500" idx="3"/>
          </p:cNvCxnSpPr>
          <p:nvPr/>
        </p:nvCxnSpPr>
        <p:spPr bwMode="auto">
          <a:xfrm rot="10800000" flipH="0" flipV="0">
            <a:off x="5499059" y="4696485"/>
            <a:ext cx="85819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6917699" name=""/>
          <p:cNvCxnSpPr>
            <a:stCxn id="40987827" idx="2"/>
            <a:endCxn id="40987827" idx="2"/>
          </p:cNvCxnSpPr>
          <p:nvPr/>
        </p:nvCxnSpPr>
        <p:spPr bwMode="auto">
          <a:xfrm rot="5400000" flipH="0" flipV="0">
            <a:off x="6402791" y="5582970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072998" name=""/>
          <p:cNvCxnSpPr/>
          <p:nvPr/>
        </p:nvCxnSpPr>
        <p:spPr bwMode="auto">
          <a:xfrm flipH="1" flipV="0">
            <a:off x="6366683" y="5582970"/>
            <a:ext cx="0" cy="38665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096266" name=""/>
          <p:cNvCxnSpPr/>
          <p:nvPr/>
        </p:nvCxnSpPr>
        <p:spPr bwMode="auto">
          <a:xfrm flipH="1" flipV="0">
            <a:off x="5280765" y="5960197"/>
            <a:ext cx="108591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015103" name=""/>
          <p:cNvCxnSpPr/>
          <p:nvPr/>
        </p:nvCxnSpPr>
        <p:spPr bwMode="auto">
          <a:xfrm flipH="0" flipV="0">
            <a:off x="4669158" y="6205395"/>
            <a:ext cx="0" cy="19804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8927328" name=""/>
          <p:cNvSpPr txBox="1"/>
          <p:nvPr/>
        </p:nvSpPr>
        <p:spPr bwMode="auto">
          <a:xfrm rot="0" flipH="0" flipV="0">
            <a:off x="3499752" y="2231197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92507156" name=""/>
          <p:cNvSpPr txBox="1"/>
          <p:nvPr/>
        </p:nvSpPr>
        <p:spPr bwMode="auto">
          <a:xfrm rot="0" flipH="0" flipV="0">
            <a:off x="3499752" y="4206088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853357440" name=""/>
          <p:cNvSpPr txBox="1"/>
          <p:nvPr/>
        </p:nvSpPr>
        <p:spPr bwMode="auto">
          <a:xfrm rot="0" flipH="0" flipV="0">
            <a:off x="3525980" y="3094105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421802287" name=""/>
          <p:cNvSpPr txBox="1"/>
          <p:nvPr/>
        </p:nvSpPr>
        <p:spPr bwMode="auto">
          <a:xfrm rot="0" flipH="0" flipV="0">
            <a:off x="5444885" y="2231197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586422268" name=""/>
          <p:cNvSpPr txBox="1"/>
          <p:nvPr/>
        </p:nvSpPr>
        <p:spPr bwMode="auto">
          <a:xfrm rot="0" flipH="0" flipV="0">
            <a:off x="5428127" y="3094105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82170192" name=""/>
          <p:cNvSpPr txBox="1"/>
          <p:nvPr/>
        </p:nvSpPr>
        <p:spPr bwMode="auto">
          <a:xfrm rot="0" flipH="0" flipV="0">
            <a:off x="5379603" y="4283892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22247" name=""/>
          <p:cNvSpPr txBox="1"/>
          <p:nvPr/>
        </p:nvSpPr>
        <p:spPr bwMode="auto">
          <a:xfrm rot="0" flipH="0" flipV="0">
            <a:off x="444207" y="363920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task_4-1-2</a:t>
            </a:r>
            <a:endParaRPr/>
          </a:p>
        </p:txBody>
      </p:sp>
      <p:sp>
        <p:nvSpPr>
          <p:cNvPr id="1648999040" name=""/>
          <p:cNvSpPr/>
          <p:nvPr/>
        </p:nvSpPr>
        <p:spPr bwMode="auto">
          <a:xfrm rot="0" flipH="0" flipV="0">
            <a:off x="5119964" y="306497"/>
            <a:ext cx="1225612" cy="48096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858068483" name=""/>
          <p:cNvSpPr/>
          <p:nvPr/>
        </p:nvSpPr>
        <p:spPr bwMode="auto">
          <a:xfrm rot="0" flipH="0" flipV="0">
            <a:off x="4989801" y="1339158"/>
            <a:ext cx="1499102" cy="49982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Ввод </a:t>
            </a:r>
            <a:r>
              <a:rPr lang="en-US" sz="1200"/>
              <a:t>A, B, C, D</a:t>
            </a:r>
            <a:endParaRPr sz="1200"/>
          </a:p>
        </p:txBody>
      </p:sp>
      <p:sp>
        <p:nvSpPr>
          <p:cNvPr id="566661255" name=""/>
          <p:cNvSpPr/>
          <p:nvPr/>
        </p:nvSpPr>
        <p:spPr bwMode="auto">
          <a:xfrm rot="0" flipH="0" flipV="0">
            <a:off x="4819672" y="2329381"/>
            <a:ext cx="1754108" cy="48096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/>
              <a:t>Sum = A + B + C + D</a:t>
            </a:r>
            <a:endParaRPr sz="1200"/>
          </a:p>
        </p:txBody>
      </p:sp>
      <p:sp>
        <p:nvSpPr>
          <p:cNvPr id="618582507" name=""/>
          <p:cNvSpPr/>
          <p:nvPr/>
        </p:nvSpPr>
        <p:spPr bwMode="auto">
          <a:xfrm rot="0" flipH="0" flipV="0">
            <a:off x="4923409" y="3333749"/>
            <a:ext cx="1499857" cy="3536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200"/>
              <a:t>Avg = Sum/4</a:t>
            </a:r>
            <a:endParaRPr sz="1200"/>
          </a:p>
        </p:txBody>
      </p:sp>
      <p:sp>
        <p:nvSpPr>
          <p:cNvPr id="1084754535" name=""/>
          <p:cNvSpPr/>
          <p:nvPr/>
        </p:nvSpPr>
        <p:spPr bwMode="auto">
          <a:xfrm rot="0" flipH="0" flipV="0">
            <a:off x="4603143" y="4187227"/>
            <a:ext cx="1970637" cy="61264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Вывод </a:t>
            </a:r>
            <a:r>
              <a:rPr lang="en-US" sz="1200"/>
              <a:t>Avg</a:t>
            </a:r>
            <a:endParaRPr sz="1200"/>
          </a:p>
        </p:txBody>
      </p:sp>
      <p:sp>
        <p:nvSpPr>
          <p:cNvPr id="703675286" name=""/>
          <p:cNvSpPr/>
          <p:nvPr/>
        </p:nvSpPr>
        <p:spPr bwMode="auto">
          <a:xfrm rot="0" flipH="0" flipV="0">
            <a:off x="4801565" y="5309480"/>
            <a:ext cx="1621701" cy="49039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cxnSp>
        <p:nvCxnSpPr>
          <p:cNvPr id="1831712688" name=""/>
          <p:cNvCxnSpPr>
            <a:stCxn id="1648999040" idx="2"/>
            <a:endCxn id="858068483" idx="1"/>
          </p:cNvCxnSpPr>
          <p:nvPr/>
        </p:nvCxnSpPr>
        <p:spPr bwMode="auto">
          <a:xfrm rot="5400000" flipH="0" flipV="1">
            <a:off x="5460214" y="1063310"/>
            <a:ext cx="55169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383049" name=""/>
          <p:cNvCxnSpPr>
            <a:stCxn id="858068483" idx="4"/>
          </p:cNvCxnSpPr>
          <p:nvPr/>
        </p:nvCxnSpPr>
        <p:spPr bwMode="auto">
          <a:xfrm rot="5400000" flipH="0" flipV="1">
            <a:off x="5520183" y="2060606"/>
            <a:ext cx="44324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658431" name=""/>
          <p:cNvCxnSpPr/>
          <p:nvPr/>
        </p:nvCxnSpPr>
        <p:spPr bwMode="auto">
          <a:xfrm rot="5400000" flipH="0" flipV="1">
            <a:off x="5413805" y="3050829"/>
            <a:ext cx="56584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3971865" name=""/>
          <p:cNvCxnSpPr>
            <a:stCxn id="618582507" idx="2"/>
          </p:cNvCxnSpPr>
          <p:nvPr/>
        </p:nvCxnSpPr>
        <p:spPr bwMode="auto">
          <a:xfrm rot="5400000" flipH="0" flipV="1">
            <a:off x="5449453" y="3918452"/>
            <a:ext cx="46210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5758378" name=""/>
          <p:cNvCxnSpPr/>
          <p:nvPr/>
        </p:nvCxnSpPr>
        <p:spPr bwMode="auto">
          <a:xfrm flipH="0" flipV="0">
            <a:off x="5621658" y="4799875"/>
            <a:ext cx="0" cy="45302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2026-04-05T15:20:00Z</dcterms:modified>
</cp:coreProperties>
</file>