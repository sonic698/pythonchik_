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212526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9977912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857681462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362502056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24371827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8124416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796368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0832574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337214447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BE1D9-DBF3-F5E8-33C1-849D20EAF3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34C796-6DA9-F6BE-D194-6C8DC865D0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92536C-0B77-8BE0-65AA-4E990C99D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0B062-7B95-4CF7-0E7F-67D824BF11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479958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666546228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170461759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67685201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6988844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50482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475554829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32627034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309494990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16227799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54986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925149084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27228743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03465422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49551077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90603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730562211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34643019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084415194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44260651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72882415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841035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173818706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41991230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01246219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18021410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051282952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525524031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7762307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2870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562965099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857649450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43253580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742357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607780876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9496163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964184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06396149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078973676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4424775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740580244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8088211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608905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061191204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  <a:endParaRPr lang="ru-RU"/>
          </a:p>
        </p:txBody>
      </p:sp>
      <p:sp>
        <p:nvSpPr>
          <p:cNvPr id="128373069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87250808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793774569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554154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24927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19877752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35838465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766406138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55344065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261189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030220704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9799311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770329740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38714394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696166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860022521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33254445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941758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6981163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373438" name=""/>
          <p:cNvSpPr txBox="1"/>
          <p:nvPr/>
        </p:nvSpPr>
        <p:spPr bwMode="auto">
          <a:xfrm rot="0" flipH="0" flipV="0">
            <a:off x="10096322" y="190033"/>
            <a:ext cx="126363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task_4-3-1</a:t>
            </a:r>
            <a:endParaRPr/>
          </a:p>
        </p:txBody>
      </p:sp>
      <p:sp>
        <p:nvSpPr>
          <p:cNvPr id="259893232" name=""/>
          <p:cNvSpPr/>
          <p:nvPr/>
        </p:nvSpPr>
        <p:spPr bwMode="auto">
          <a:xfrm rot="0" flipH="0" flipV="0">
            <a:off x="802856" y="39157"/>
            <a:ext cx="1517179" cy="516996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Начало</a:t>
            </a:r>
            <a:endParaRPr/>
          </a:p>
        </p:txBody>
      </p:sp>
      <p:sp>
        <p:nvSpPr>
          <p:cNvPr id="1520979554" name=""/>
          <p:cNvSpPr/>
          <p:nvPr/>
        </p:nvSpPr>
        <p:spPr bwMode="auto">
          <a:xfrm rot="0" flipH="0" flipV="0">
            <a:off x="3248952" y="1153417"/>
            <a:ext cx="1777602" cy="58042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N &gt; 0?</a:t>
            </a:r>
            <a:endParaRPr/>
          </a:p>
        </p:txBody>
      </p:sp>
      <p:sp>
        <p:nvSpPr>
          <p:cNvPr id="1194743538" name=""/>
          <p:cNvSpPr/>
          <p:nvPr/>
        </p:nvSpPr>
        <p:spPr bwMode="auto">
          <a:xfrm rot="0" flipH="0" flipV="0">
            <a:off x="6032605" y="993014"/>
            <a:ext cx="2738437" cy="684609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Создать массив </a:t>
            </a:r>
            <a:r>
              <a:rPr lang="en-US"/>
              <a:t>A </a:t>
            </a:r>
            <a:r>
              <a:rPr/>
              <a:t>размера</a:t>
            </a:r>
            <a:r>
              <a:rPr lang="en-US"/>
              <a:t> N</a:t>
            </a:r>
            <a:endParaRPr/>
          </a:p>
        </p:txBody>
      </p:sp>
      <p:sp>
        <p:nvSpPr>
          <p:cNvPr id="1814500579" name=""/>
          <p:cNvSpPr/>
          <p:nvPr/>
        </p:nvSpPr>
        <p:spPr bwMode="auto">
          <a:xfrm rot="0" flipH="0" flipV="0">
            <a:off x="7008053" y="2208325"/>
            <a:ext cx="914400" cy="431601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S = 0</a:t>
            </a:r>
            <a:endParaRPr/>
          </a:p>
        </p:txBody>
      </p:sp>
      <p:sp>
        <p:nvSpPr>
          <p:cNvPr id="719303683" name=""/>
          <p:cNvSpPr/>
          <p:nvPr/>
        </p:nvSpPr>
        <p:spPr bwMode="auto">
          <a:xfrm rot="0" flipH="0" flipV="0">
            <a:off x="7015494" y="3166931"/>
            <a:ext cx="832837" cy="44648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i = 1</a:t>
            </a:r>
            <a:endParaRPr/>
          </a:p>
        </p:txBody>
      </p:sp>
      <p:sp>
        <p:nvSpPr>
          <p:cNvPr id="415789500" name=""/>
          <p:cNvSpPr/>
          <p:nvPr/>
        </p:nvSpPr>
        <p:spPr bwMode="auto">
          <a:xfrm rot="0" flipH="0" flipV="0">
            <a:off x="6471972" y="4068567"/>
            <a:ext cx="1919882" cy="47003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i &lt;= N?</a:t>
            </a:r>
            <a:endParaRPr/>
          </a:p>
        </p:txBody>
      </p:sp>
      <p:sp>
        <p:nvSpPr>
          <p:cNvPr id="1967892366" name=""/>
          <p:cNvSpPr/>
          <p:nvPr/>
        </p:nvSpPr>
        <p:spPr bwMode="auto">
          <a:xfrm rot="0" flipH="0" flipV="0">
            <a:off x="4330040" y="4068567"/>
            <a:ext cx="1518046" cy="55687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Avg = S/N</a:t>
            </a:r>
            <a:endParaRPr/>
          </a:p>
        </p:txBody>
      </p:sp>
      <p:sp>
        <p:nvSpPr>
          <p:cNvPr id="34505083" name=""/>
          <p:cNvSpPr/>
          <p:nvPr/>
        </p:nvSpPr>
        <p:spPr bwMode="auto">
          <a:xfrm rot="0" flipH="0" flipV="0">
            <a:off x="8921785" y="5339858"/>
            <a:ext cx="1641743" cy="49609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S = S + A(i)</a:t>
            </a:r>
            <a:endParaRPr/>
          </a:p>
        </p:txBody>
      </p:sp>
      <p:sp>
        <p:nvSpPr>
          <p:cNvPr id="765098564" name=""/>
          <p:cNvSpPr/>
          <p:nvPr/>
        </p:nvSpPr>
        <p:spPr bwMode="auto">
          <a:xfrm rot="0" flipH="0" flipV="0">
            <a:off x="10563529" y="6265663"/>
            <a:ext cx="1306470" cy="476249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i = i + 1</a:t>
            </a:r>
            <a:endParaRPr/>
          </a:p>
        </p:txBody>
      </p:sp>
      <p:sp>
        <p:nvSpPr>
          <p:cNvPr id="1334646976" name=""/>
          <p:cNvSpPr/>
          <p:nvPr/>
        </p:nvSpPr>
        <p:spPr bwMode="auto">
          <a:xfrm rot="0" flipH="0" flipV="0">
            <a:off x="1698163" y="5933908"/>
            <a:ext cx="1131093" cy="425386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Конец</a:t>
            </a:r>
            <a:endParaRPr/>
          </a:p>
        </p:txBody>
      </p:sp>
      <p:sp>
        <p:nvSpPr>
          <p:cNvPr id="64037571" name=""/>
          <p:cNvSpPr/>
          <p:nvPr/>
        </p:nvSpPr>
        <p:spPr bwMode="auto">
          <a:xfrm rot="0" flipH="0" flipV="0">
            <a:off x="418241" y="3869530"/>
            <a:ext cx="2857500" cy="380737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Ошибка:</a:t>
            </a:r>
            <a:r>
              <a:rPr lang="en-US"/>
              <a:t> N &lt; 0</a:t>
            </a:r>
            <a:endParaRPr/>
          </a:p>
        </p:txBody>
      </p:sp>
      <p:sp>
        <p:nvSpPr>
          <p:cNvPr id="1190540868" name=""/>
          <p:cNvSpPr/>
          <p:nvPr/>
        </p:nvSpPr>
        <p:spPr bwMode="auto">
          <a:xfrm rot="0" flipH="0" flipV="0">
            <a:off x="3865696" y="5700116"/>
            <a:ext cx="2321718" cy="535781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Вывод</a:t>
            </a:r>
            <a:r>
              <a:rPr lang="en-US"/>
              <a:t> Avg</a:t>
            </a:r>
            <a:endParaRPr/>
          </a:p>
        </p:txBody>
      </p:sp>
      <p:sp>
        <p:nvSpPr>
          <p:cNvPr id="1076484142" name=""/>
          <p:cNvSpPr/>
          <p:nvPr/>
        </p:nvSpPr>
        <p:spPr bwMode="auto">
          <a:xfrm rot="0" flipH="0" flipV="0">
            <a:off x="8721547" y="4059900"/>
            <a:ext cx="2042219" cy="637508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Ввод</a:t>
            </a:r>
            <a:r>
              <a:rPr lang="en-US"/>
              <a:t> A</a:t>
            </a:r>
            <a:r>
              <a:rPr lang="en-US"/>
              <a:t>(i)</a:t>
            </a:r>
            <a:endParaRPr/>
          </a:p>
        </p:txBody>
      </p:sp>
      <p:sp>
        <p:nvSpPr>
          <p:cNvPr id="1427208940" name=""/>
          <p:cNvSpPr/>
          <p:nvPr/>
        </p:nvSpPr>
        <p:spPr bwMode="auto">
          <a:xfrm rot="0" flipH="0" flipV="0">
            <a:off x="2852474" y="39157"/>
            <a:ext cx="2955130" cy="506015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Ввод размера массива </a:t>
            </a:r>
            <a:r>
              <a:rPr lang="en-US"/>
              <a:t>N</a:t>
            </a:r>
            <a:endParaRPr/>
          </a:p>
        </p:txBody>
      </p:sp>
      <p:cxnSp>
        <p:nvCxnSpPr>
          <p:cNvPr id="1677693032" name=""/>
          <p:cNvCxnSpPr>
            <a:stCxn id="259893232" idx="3"/>
          </p:cNvCxnSpPr>
          <p:nvPr/>
        </p:nvCxnSpPr>
        <p:spPr bwMode="auto">
          <a:xfrm rot="0" flipH="0" flipV="1">
            <a:off x="2320036" y="292458"/>
            <a:ext cx="629724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2035856" name=""/>
          <p:cNvCxnSpPr/>
          <p:nvPr/>
        </p:nvCxnSpPr>
        <p:spPr bwMode="auto">
          <a:xfrm rot="5400000" flipH="0" flipV="1">
            <a:off x="3917380" y="846666"/>
            <a:ext cx="514047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3390656" name=""/>
          <p:cNvCxnSpPr/>
          <p:nvPr/>
        </p:nvCxnSpPr>
        <p:spPr bwMode="auto">
          <a:xfrm flipH="0" flipV="1">
            <a:off x="5172261" y="1451428"/>
            <a:ext cx="786190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3511780" name=""/>
          <p:cNvCxnSpPr/>
          <p:nvPr/>
        </p:nvCxnSpPr>
        <p:spPr bwMode="auto">
          <a:xfrm flipH="1" flipV="0">
            <a:off x="2027499" y="1406071"/>
            <a:ext cx="1088571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8953779" name=""/>
          <p:cNvCxnSpPr/>
          <p:nvPr/>
        </p:nvCxnSpPr>
        <p:spPr bwMode="auto">
          <a:xfrm flipH="0" flipV="0">
            <a:off x="1997261" y="1466547"/>
            <a:ext cx="0" cy="2298094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5058961" name=""/>
          <p:cNvCxnSpPr/>
          <p:nvPr/>
        </p:nvCxnSpPr>
        <p:spPr bwMode="auto">
          <a:xfrm flipH="0" flipV="0">
            <a:off x="2254285" y="4369404"/>
            <a:ext cx="0" cy="1330712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9108425" name=""/>
          <p:cNvCxnSpPr/>
          <p:nvPr/>
        </p:nvCxnSpPr>
        <p:spPr bwMode="auto">
          <a:xfrm flipH="1" flipV="0">
            <a:off x="2949761" y="6123214"/>
            <a:ext cx="831547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5807548" name=""/>
          <p:cNvCxnSpPr/>
          <p:nvPr/>
        </p:nvCxnSpPr>
        <p:spPr bwMode="auto">
          <a:xfrm flipH="0" flipV="0">
            <a:off x="5066428" y="4702023"/>
            <a:ext cx="0" cy="885881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530210" name=""/>
          <p:cNvCxnSpPr/>
          <p:nvPr/>
        </p:nvCxnSpPr>
        <p:spPr bwMode="auto">
          <a:xfrm flipH="1" flipV="1">
            <a:off x="5958452" y="4293809"/>
            <a:ext cx="423333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1698750" name=""/>
          <p:cNvCxnSpPr/>
          <p:nvPr/>
        </p:nvCxnSpPr>
        <p:spPr bwMode="auto">
          <a:xfrm flipH="0" flipV="1">
            <a:off x="8513571" y="4278690"/>
            <a:ext cx="408214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8496680" name=""/>
          <p:cNvCxnSpPr/>
          <p:nvPr/>
        </p:nvCxnSpPr>
        <p:spPr bwMode="auto">
          <a:xfrm flipH="0" flipV="0">
            <a:off x="9692857" y="4762499"/>
            <a:ext cx="0" cy="46869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502846" name=""/>
          <p:cNvCxnSpPr/>
          <p:nvPr/>
        </p:nvCxnSpPr>
        <p:spPr bwMode="auto">
          <a:xfrm rot="16199999" flipH="1" flipV="0">
            <a:off x="9378977" y="6247787"/>
            <a:ext cx="627758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9393664" name=""/>
          <p:cNvCxnSpPr/>
          <p:nvPr/>
        </p:nvCxnSpPr>
        <p:spPr bwMode="auto">
          <a:xfrm flipH="0" flipV="1">
            <a:off x="9798690" y="6531428"/>
            <a:ext cx="650118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3213828" name=""/>
          <p:cNvCxnSpPr/>
          <p:nvPr/>
        </p:nvCxnSpPr>
        <p:spPr bwMode="auto">
          <a:xfrm flipH="0" flipV="1">
            <a:off x="11371071" y="3704166"/>
            <a:ext cx="0" cy="2442434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717758" name=""/>
          <p:cNvCxnSpPr/>
          <p:nvPr/>
        </p:nvCxnSpPr>
        <p:spPr bwMode="auto">
          <a:xfrm flipH="1" flipV="0">
            <a:off x="8226309" y="3689047"/>
            <a:ext cx="3133652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0434026" name=""/>
          <p:cNvCxnSpPr/>
          <p:nvPr/>
        </p:nvCxnSpPr>
        <p:spPr bwMode="auto">
          <a:xfrm flipH="0" flipV="0">
            <a:off x="8120476" y="3734404"/>
            <a:ext cx="0" cy="393095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854760" name=""/>
          <p:cNvCxnSpPr>
            <a:stCxn id="1194743538" idx="2"/>
          </p:cNvCxnSpPr>
          <p:nvPr/>
        </p:nvCxnSpPr>
        <p:spPr bwMode="auto">
          <a:xfrm rot="5400000" flipH="0" flipV="0">
            <a:off x="7201450" y="1874466"/>
            <a:ext cx="393685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8411215" name=""/>
          <p:cNvCxnSpPr>
            <a:stCxn id="1814500579" idx="2"/>
          </p:cNvCxnSpPr>
          <p:nvPr/>
        </p:nvCxnSpPr>
        <p:spPr bwMode="auto">
          <a:xfrm rot="5400000" flipH="0" flipV="1">
            <a:off x="7238066" y="2869665"/>
            <a:ext cx="459477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503976" name=""/>
          <p:cNvCxnSpPr/>
          <p:nvPr/>
        </p:nvCxnSpPr>
        <p:spPr bwMode="auto">
          <a:xfrm flipH="0" flipV="0">
            <a:off x="7455237" y="3719285"/>
            <a:ext cx="0" cy="211666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6644353" name=""/>
          <p:cNvSpPr txBox="1"/>
          <p:nvPr/>
        </p:nvSpPr>
        <p:spPr bwMode="auto">
          <a:xfrm rot="0" flipH="0" flipV="0">
            <a:off x="3070713" y="1058333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нет</a:t>
            </a:r>
            <a:endParaRPr/>
          </a:p>
        </p:txBody>
      </p:sp>
      <p:sp>
        <p:nvSpPr>
          <p:cNvPr id="446324866" name=""/>
          <p:cNvSpPr txBox="1"/>
          <p:nvPr/>
        </p:nvSpPr>
        <p:spPr bwMode="auto">
          <a:xfrm rot="0" flipH="0" flipV="0">
            <a:off x="4884999" y="1012975"/>
            <a:ext cx="44412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  <p:sp>
        <p:nvSpPr>
          <p:cNvPr id="878411097" name=""/>
          <p:cNvSpPr txBox="1"/>
          <p:nvPr/>
        </p:nvSpPr>
        <p:spPr bwMode="auto">
          <a:xfrm rot="0" flipH="0" flipV="0">
            <a:off x="6442261" y="3900714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нет</a:t>
            </a:r>
            <a:endParaRPr/>
          </a:p>
        </p:txBody>
      </p:sp>
      <p:sp>
        <p:nvSpPr>
          <p:cNvPr id="910466558" name=""/>
          <p:cNvSpPr txBox="1"/>
          <p:nvPr/>
        </p:nvSpPr>
        <p:spPr bwMode="auto">
          <a:xfrm rot="0" flipH="0" flipV="0">
            <a:off x="8105356" y="4303585"/>
            <a:ext cx="44412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88785" name=""/>
          <p:cNvSpPr txBox="1"/>
          <p:nvPr/>
        </p:nvSpPr>
        <p:spPr bwMode="auto">
          <a:xfrm rot="0" flipH="0" flipV="0">
            <a:off x="10726234" y="113414"/>
            <a:ext cx="126363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task_4-3-2</a:t>
            </a:r>
            <a:endParaRPr/>
          </a:p>
        </p:txBody>
      </p:sp>
      <p:sp>
        <p:nvSpPr>
          <p:cNvPr id="918152887" name=""/>
          <p:cNvSpPr/>
          <p:nvPr/>
        </p:nvSpPr>
        <p:spPr bwMode="auto">
          <a:xfrm rot="0" flipH="0" flipV="0">
            <a:off x="439999" y="296474"/>
            <a:ext cx="1073452" cy="498597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начало</a:t>
            </a:r>
            <a:endParaRPr/>
          </a:p>
        </p:txBody>
      </p:sp>
      <p:sp>
        <p:nvSpPr>
          <p:cNvPr id="2099833377" name=""/>
          <p:cNvSpPr/>
          <p:nvPr/>
        </p:nvSpPr>
        <p:spPr bwMode="auto">
          <a:xfrm rot="0" flipH="0" flipV="0">
            <a:off x="1815833" y="80688"/>
            <a:ext cx="3174999" cy="797693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Ввод размера массива</a:t>
            </a:r>
            <a:r>
              <a:rPr lang="en-US"/>
              <a:t> N</a:t>
            </a:r>
            <a:endParaRPr/>
          </a:p>
        </p:txBody>
      </p:sp>
      <p:sp>
        <p:nvSpPr>
          <p:cNvPr id="881513470" name=""/>
          <p:cNvSpPr/>
          <p:nvPr/>
        </p:nvSpPr>
        <p:spPr bwMode="auto">
          <a:xfrm rot="0" flipH="0" flipV="0">
            <a:off x="2314761" y="1269999"/>
            <a:ext cx="1791304" cy="54428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N &gt; 0?</a:t>
            </a:r>
            <a:endParaRPr/>
          </a:p>
        </p:txBody>
      </p:sp>
      <p:sp>
        <p:nvSpPr>
          <p:cNvPr id="100339608" name=""/>
          <p:cNvSpPr/>
          <p:nvPr/>
        </p:nvSpPr>
        <p:spPr bwMode="auto">
          <a:xfrm rot="0" flipH="0" flipV="0">
            <a:off x="5368809" y="1133928"/>
            <a:ext cx="2358571" cy="68035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Создать массив </a:t>
            </a:r>
            <a:r>
              <a:rPr lang="en-US"/>
              <a:t>A </a:t>
            </a:r>
            <a:r>
              <a:rPr/>
              <a:t>размера</a:t>
            </a:r>
            <a:r>
              <a:rPr lang="en-US"/>
              <a:t> N</a:t>
            </a:r>
            <a:endParaRPr/>
          </a:p>
        </p:txBody>
      </p:sp>
      <p:sp>
        <p:nvSpPr>
          <p:cNvPr id="1111046886" name=""/>
          <p:cNvSpPr/>
          <p:nvPr/>
        </p:nvSpPr>
        <p:spPr bwMode="auto">
          <a:xfrm rot="0" flipH="0" flipV="0">
            <a:off x="5610714" y="2162023"/>
            <a:ext cx="1670352" cy="36285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count = 0</a:t>
            </a:r>
            <a:endParaRPr/>
          </a:p>
        </p:txBody>
      </p:sp>
      <p:sp>
        <p:nvSpPr>
          <p:cNvPr id="261912208" name=""/>
          <p:cNvSpPr/>
          <p:nvPr/>
        </p:nvSpPr>
        <p:spPr bwMode="auto">
          <a:xfrm rot="0" flipH="0" flipV="0">
            <a:off x="5977199" y="2933094"/>
            <a:ext cx="937380" cy="39309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i = 1</a:t>
            </a:r>
            <a:endParaRPr/>
          </a:p>
        </p:txBody>
      </p:sp>
      <p:sp>
        <p:nvSpPr>
          <p:cNvPr id="196369292" name=""/>
          <p:cNvSpPr/>
          <p:nvPr/>
        </p:nvSpPr>
        <p:spPr bwMode="auto">
          <a:xfrm rot="0" flipH="0" flipV="0">
            <a:off x="5504880" y="3764642"/>
            <a:ext cx="1882018" cy="574523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I &lt;= N?</a:t>
            </a:r>
            <a:endParaRPr/>
          </a:p>
        </p:txBody>
      </p:sp>
      <p:sp>
        <p:nvSpPr>
          <p:cNvPr id="1736638502" name=""/>
          <p:cNvSpPr/>
          <p:nvPr/>
        </p:nvSpPr>
        <p:spPr bwMode="auto">
          <a:xfrm rot="0" flipH="0" flipV="0">
            <a:off x="3539404" y="5563809"/>
            <a:ext cx="1655233" cy="604761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вывод</a:t>
            </a:r>
            <a:r>
              <a:rPr lang="en-US"/>
              <a:t> count</a:t>
            </a:r>
            <a:endParaRPr/>
          </a:p>
        </p:txBody>
      </p:sp>
      <p:sp>
        <p:nvSpPr>
          <p:cNvPr id="1489318016" name=""/>
          <p:cNvSpPr/>
          <p:nvPr/>
        </p:nvSpPr>
        <p:spPr bwMode="auto">
          <a:xfrm rot="0" flipH="0" flipV="0">
            <a:off x="8498452" y="3809999"/>
            <a:ext cx="2509761" cy="529166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ввод</a:t>
            </a:r>
            <a:r>
              <a:rPr lang="en-US"/>
              <a:t> A(i)</a:t>
            </a:r>
            <a:endParaRPr/>
          </a:p>
        </p:txBody>
      </p:sp>
      <p:sp>
        <p:nvSpPr>
          <p:cNvPr id="1255332075" name=""/>
          <p:cNvSpPr/>
          <p:nvPr/>
        </p:nvSpPr>
        <p:spPr bwMode="auto">
          <a:xfrm rot="0" flipH="0" flipV="0">
            <a:off x="8700282" y="4868333"/>
            <a:ext cx="2025952" cy="69547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A(i) &gt; 0</a:t>
            </a:r>
            <a:endParaRPr/>
          </a:p>
        </p:txBody>
      </p:sp>
      <p:sp>
        <p:nvSpPr>
          <p:cNvPr id="33036839" name=""/>
          <p:cNvSpPr/>
          <p:nvPr/>
        </p:nvSpPr>
        <p:spPr bwMode="auto">
          <a:xfrm rot="0" flipH="0" flipV="0">
            <a:off x="6249342" y="5866190"/>
            <a:ext cx="2275113" cy="40821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count = count + 1</a:t>
            </a:r>
            <a:endParaRPr/>
          </a:p>
        </p:txBody>
      </p:sp>
      <p:sp>
        <p:nvSpPr>
          <p:cNvPr id="677052102" name=""/>
          <p:cNvSpPr/>
          <p:nvPr/>
        </p:nvSpPr>
        <p:spPr bwMode="auto">
          <a:xfrm rot="0" flipH="0" flipV="0">
            <a:off x="10070833" y="6274404"/>
            <a:ext cx="1527023" cy="51404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i = i + 1</a:t>
            </a:r>
            <a:endParaRPr/>
          </a:p>
        </p:txBody>
      </p:sp>
      <p:sp>
        <p:nvSpPr>
          <p:cNvPr id="1941425076" name=""/>
          <p:cNvSpPr/>
          <p:nvPr/>
        </p:nvSpPr>
        <p:spPr bwMode="auto">
          <a:xfrm rot="0" flipH="0" flipV="0">
            <a:off x="243452" y="2706309"/>
            <a:ext cx="2071309" cy="846666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Ошибка:</a:t>
            </a:r>
            <a:r>
              <a:rPr lang="en-US"/>
              <a:t> N &lt; 0</a:t>
            </a:r>
            <a:endParaRPr/>
          </a:p>
        </p:txBody>
      </p:sp>
      <p:sp>
        <p:nvSpPr>
          <p:cNvPr id="623191549" name=""/>
          <p:cNvSpPr/>
          <p:nvPr/>
        </p:nvSpPr>
        <p:spPr bwMode="auto">
          <a:xfrm rot="0" flipH="0" flipV="0">
            <a:off x="825837" y="5730118"/>
            <a:ext cx="989994" cy="438452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конец</a:t>
            </a:r>
            <a:endParaRPr/>
          </a:p>
        </p:txBody>
      </p:sp>
      <p:cxnSp>
        <p:nvCxnSpPr>
          <p:cNvPr id="1207574849" name=""/>
          <p:cNvCxnSpPr>
            <a:stCxn id="918152887" idx="3"/>
          </p:cNvCxnSpPr>
          <p:nvPr/>
        </p:nvCxnSpPr>
        <p:spPr bwMode="auto">
          <a:xfrm rot="0" flipH="0" flipV="1">
            <a:off x="1513452" y="537469"/>
            <a:ext cx="438452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1043454" name=""/>
          <p:cNvCxnSpPr/>
          <p:nvPr/>
        </p:nvCxnSpPr>
        <p:spPr bwMode="auto">
          <a:xfrm flipH="1" flipV="0">
            <a:off x="3221904" y="907142"/>
            <a:ext cx="0" cy="226785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1467127" name=""/>
          <p:cNvCxnSpPr/>
          <p:nvPr/>
        </p:nvCxnSpPr>
        <p:spPr bwMode="auto">
          <a:xfrm flipH="1" flipV="0">
            <a:off x="1332023" y="1496785"/>
            <a:ext cx="892023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7706832" name=""/>
          <p:cNvCxnSpPr/>
          <p:nvPr/>
        </p:nvCxnSpPr>
        <p:spPr bwMode="auto">
          <a:xfrm flipH="0" flipV="0">
            <a:off x="1316904" y="1542142"/>
            <a:ext cx="0" cy="1073452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8845083" name=""/>
          <p:cNvCxnSpPr/>
          <p:nvPr/>
        </p:nvCxnSpPr>
        <p:spPr bwMode="auto">
          <a:xfrm flipH="1" flipV="0">
            <a:off x="1316904" y="3643690"/>
            <a:ext cx="0" cy="1920119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526010" name=""/>
          <p:cNvCxnSpPr/>
          <p:nvPr/>
        </p:nvCxnSpPr>
        <p:spPr bwMode="auto">
          <a:xfrm flipH="1" flipV="0">
            <a:off x="1966721" y="5880949"/>
            <a:ext cx="1572683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937327" name=""/>
          <p:cNvCxnSpPr>
            <a:stCxn id="881513470" idx="3"/>
          </p:cNvCxnSpPr>
          <p:nvPr/>
        </p:nvCxnSpPr>
        <p:spPr bwMode="auto">
          <a:xfrm rot="0" flipH="0" flipV="0">
            <a:off x="4106066" y="1542142"/>
            <a:ext cx="1172028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36907" name=""/>
          <p:cNvCxnSpPr/>
          <p:nvPr/>
        </p:nvCxnSpPr>
        <p:spPr bwMode="auto">
          <a:xfrm flipH="0" flipV="0">
            <a:off x="6427142" y="1859642"/>
            <a:ext cx="0" cy="219225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0536506" name=""/>
          <p:cNvCxnSpPr>
            <a:stCxn id="1111046886" idx="2"/>
            <a:endCxn id="261912208" idx="0"/>
          </p:cNvCxnSpPr>
          <p:nvPr/>
        </p:nvCxnSpPr>
        <p:spPr bwMode="auto">
          <a:xfrm rot="5400000" flipH="0" flipV="0">
            <a:off x="6241783" y="2728987"/>
            <a:ext cx="408214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141683" name=""/>
          <p:cNvCxnSpPr/>
          <p:nvPr/>
        </p:nvCxnSpPr>
        <p:spPr bwMode="auto">
          <a:xfrm flipH="0" flipV="0">
            <a:off x="6412023" y="3416904"/>
            <a:ext cx="0" cy="226785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966674" name=""/>
          <p:cNvCxnSpPr/>
          <p:nvPr/>
        </p:nvCxnSpPr>
        <p:spPr bwMode="auto">
          <a:xfrm flipH="1" flipV="0">
            <a:off x="4367021" y="4036785"/>
            <a:ext cx="1016907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6157639" name=""/>
          <p:cNvCxnSpPr/>
          <p:nvPr/>
        </p:nvCxnSpPr>
        <p:spPr bwMode="auto">
          <a:xfrm flipH="0" flipV="0">
            <a:off x="4355833" y="4036785"/>
            <a:ext cx="0" cy="1375833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569730" name=""/>
          <p:cNvCxnSpPr/>
          <p:nvPr/>
        </p:nvCxnSpPr>
        <p:spPr bwMode="auto">
          <a:xfrm flipH="0" flipV="0">
            <a:off x="7485476" y="4006547"/>
            <a:ext cx="1118809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6938995" name=""/>
          <p:cNvCxnSpPr>
            <a:endCxn id="1255332075" idx="0"/>
          </p:cNvCxnSpPr>
          <p:nvPr/>
        </p:nvCxnSpPr>
        <p:spPr bwMode="auto">
          <a:xfrm rot="5400000" flipH="0" flipV="0">
            <a:off x="9491391" y="4641547"/>
            <a:ext cx="453571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2508623" name=""/>
          <p:cNvCxnSpPr>
            <a:stCxn id="1255332075" idx="1"/>
          </p:cNvCxnSpPr>
          <p:nvPr/>
        </p:nvCxnSpPr>
        <p:spPr bwMode="auto">
          <a:xfrm rot="10800000" flipH="0" flipV="1">
            <a:off x="7666904" y="5216071"/>
            <a:ext cx="1033377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440333" name=""/>
          <p:cNvCxnSpPr/>
          <p:nvPr/>
        </p:nvCxnSpPr>
        <p:spPr bwMode="auto">
          <a:xfrm flipH="0" flipV="0">
            <a:off x="7712261" y="5276547"/>
            <a:ext cx="0" cy="514047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6807334" name=""/>
          <p:cNvCxnSpPr/>
          <p:nvPr/>
        </p:nvCxnSpPr>
        <p:spPr bwMode="auto">
          <a:xfrm flipH="0" flipV="0">
            <a:off x="7742499" y="6365118"/>
            <a:ext cx="0" cy="423333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1009795" name=""/>
          <p:cNvCxnSpPr/>
          <p:nvPr/>
        </p:nvCxnSpPr>
        <p:spPr bwMode="auto">
          <a:xfrm flipH="0" flipV="1">
            <a:off x="7727380" y="6758214"/>
            <a:ext cx="2177142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4200469" name=""/>
          <p:cNvCxnSpPr/>
          <p:nvPr/>
        </p:nvCxnSpPr>
        <p:spPr bwMode="auto">
          <a:xfrm rot="10800000" flipH="1" flipV="1">
            <a:off x="10834345" y="5208511"/>
            <a:ext cx="430892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1050569" name=""/>
          <p:cNvCxnSpPr/>
          <p:nvPr/>
        </p:nvCxnSpPr>
        <p:spPr bwMode="auto">
          <a:xfrm flipH="1" flipV="0">
            <a:off x="11295475" y="5216071"/>
            <a:ext cx="0" cy="91440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0375381" name=""/>
          <p:cNvCxnSpPr/>
          <p:nvPr/>
        </p:nvCxnSpPr>
        <p:spPr bwMode="auto">
          <a:xfrm flipH="0" flipV="1">
            <a:off x="11688571" y="6531428"/>
            <a:ext cx="393095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7123994" name=""/>
          <p:cNvCxnSpPr/>
          <p:nvPr/>
        </p:nvCxnSpPr>
        <p:spPr bwMode="auto">
          <a:xfrm flipH="1" flipV="1">
            <a:off x="11989873" y="3326190"/>
            <a:ext cx="61554" cy="3069166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288544" name=""/>
          <p:cNvCxnSpPr/>
          <p:nvPr/>
        </p:nvCxnSpPr>
        <p:spPr bwMode="auto">
          <a:xfrm flipH="1" flipV="0">
            <a:off x="7183095" y="3311071"/>
            <a:ext cx="4747380" cy="15118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0255607" name=""/>
          <p:cNvCxnSpPr/>
          <p:nvPr/>
        </p:nvCxnSpPr>
        <p:spPr bwMode="auto">
          <a:xfrm flipH="1" flipV="0">
            <a:off x="7198214" y="3311071"/>
            <a:ext cx="0" cy="498928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0049264" name=""/>
          <p:cNvSpPr txBox="1"/>
          <p:nvPr/>
        </p:nvSpPr>
        <p:spPr bwMode="auto">
          <a:xfrm rot="0" flipH="0" flipV="0">
            <a:off x="1876309" y="1209523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нет</a:t>
            </a:r>
            <a:endParaRPr/>
          </a:p>
        </p:txBody>
      </p:sp>
      <p:sp>
        <p:nvSpPr>
          <p:cNvPr id="75521544" name=""/>
          <p:cNvSpPr txBox="1"/>
          <p:nvPr/>
        </p:nvSpPr>
        <p:spPr bwMode="auto">
          <a:xfrm rot="0" flipH="0" flipV="0">
            <a:off x="3992976" y="1209523"/>
            <a:ext cx="44412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  <p:sp>
        <p:nvSpPr>
          <p:cNvPr id="2016497715" name=""/>
          <p:cNvSpPr txBox="1"/>
          <p:nvPr/>
        </p:nvSpPr>
        <p:spPr bwMode="auto">
          <a:xfrm rot="0" flipH="0" flipV="0">
            <a:off x="5399047" y="3658809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нет</a:t>
            </a:r>
            <a:endParaRPr/>
          </a:p>
        </p:txBody>
      </p:sp>
      <p:sp>
        <p:nvSpPr>
          <p:cNvPr id="2014388139" name=""/>
          <p:cNvSpPr txBox="1"/>
          <p:nvPr/>
        </p:nvSpPr>
        <p:spPr bwMode="auto">
          <a:xfrm rot="0" flipH="0" flipV="0">
            <a:off x="7288928" y="4074583"/>
            <a:ext cx="44412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  <p:sp>
        <p:nvSpPr>
          <p:cNvPr id="1263490359" name=""/>
          <p:cNvSpPr txBox="1"/>
          <p:nvPr/>
        </p:nvSpPr>
        <p:spPr bwMode="auto">
          <a:xfrm rot="0" flipH="0" flipV="0">
            <a:off x="8276391" y="4849951"/>
            <a:ext cx="44412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  <p:sp>
        <p:nvSpPr>
          <p:cNvPr id="811239997" name=""/>
          <p:cNvSpPr txBox="1"/>
          <p:nvPr/>
        </p:nvSpPr>
        <p:spPr bwMode="auto">
          <a:xfrm rot="0" flipH="0" flipV="0">
            <a:off x="10720952" y="4913690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168846" name=""/>
          <p:cNvSpPr txBox="1"/>
          <p:nvPr/>
        </p:nvSpPr>
        <p:spPr bwMode="auto">
          <a:xfrm rot="0" flipH="0" flipV="0">
            <a:off x="10846241" y="132764"/>
            <a:ext cx="126363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task_4-3-3</a:t>
            </a:r>
            <a:endParaRPr/>
          </a:p>
        </p:txBody>
      </p:sp>
      <p:sp>
        <p:nvSpPr>
          <p:cNvPr id="1621265294" name=""/>
          <p:cNvSpPr/>
          <p:nvPr/>
        </p:nvSpPr>
        <p:spPr bwMode="auto">
          <a:xfrm rot="0" flipH="0" flipV="0">
            <a:off x="220773" y="234300"/>
            <a:ext cx="1103690" cy="529166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начало</a:t>
            </a:r>
            <a:endParaRPr/>
          </a:p>
        </p:txBody>
      </p:sp>
      <p:sp>
        <p:nvSpPr>
          <p:cNvPr id="1231972988" name=""/>
          <p:cNvSpPr/>
          <p:nvPr/>
        </p:nvSpPr>
        <p:spPr bwMode="auto">
          <a:xfrm rot="0" flipH="0" flipV="0">
            <a:off x="1687321" y="49564"/>
            <a:ext cx="3288392" cy="713902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Ввод размера массива </a:t>
            </a:r>
            <a:r>
              <a:rPr lang="en-US"/>
              <a:t>N</a:t>
            </a:r>
            <a:endParaRPr/>
          </a:p>
        </p:txBody>
      </p:sp>
      <p:sp>
        <p:nvSpPr>
          <p:cNvPr id="1346679283" name=""/>
          <p:cNvSpPr/>
          <p:nvPr/>
        </p:nvSpPr>
        <p:spPr bwMode="auto">
          <a:xfrm rot="0" flipH="0" flipV="0">
            <a:off x="2193809" y="1211338"/>
            <a:ext cx="2123923" cy="69547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N &gt; 0?</a:t>
            </a:r>
            <a:endParaRPr/>
          </a:p>
        </p:txBody>
      </p:sp>
      <p:sp>
        <p:nvSpPr>
          <p:cNvPr id="1246650022" name=""/>
          <p:cNvSpPr/>
          <p:nvPr/>
        </p:nvSpPr>
        <p:spPr bwMode="auto">
          <a:xfrm rot="0" flipH="0" flipV="0">
            <a:off x="5151059" y="1268185"/>
            <a:ext cx="1889880" cy="63862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/>
              <a:t>Создать массив </a:t>
            </a:r>
            <a:r>
              <a:rPr lang="en-US"/>
              <a:t>A</a:t>
            </a:r>
            <a:r>
              <a:rPr lang="ru-RU"/>
              <a:t> размера</a:t>
            </a:r>
            <a:r>
              <a:rPr lang="en-US"/>
              <a:t> N</a:t>
            </a:r>
            <a:endParaRPr/>
          </a:p>
        </p:txBody>
      </p:sp>
      <p:sp>
        <p:nvSpPr>
          <p:cNvPr id="953693253" name=""/>
          <p:cNvSpPr/>
          <p:nvPr/>
        </p:nvSpPr>
        <p:spPr bwMode="auto">
          <a:xfrm rot="0" flipH="0" flipV="0">
            <a:off x="5638799" y="2396368"/>
            <a:ext cx="914400" cy="43845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S = 0</a:t>
            </a:r>
            <a:endParaRPr/>
          </a:p>
        </p:txBody>
      </p:sp>
      <p:sp>
        <p:nvSpPr>
          <p:cNvPr id="2084365085" name=""/>
          <p:cNvSpPr/>
          <p:nvPr/>
        </p:nvSpPr>
        <p:spPr bwMode="auto">
          <a:xfrm rot="0" flipH="0" flipV="0">
            <a:off x="5638799" y="3250232"/>
            <a:ext cx="914400" cy="43845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i = 1</a:t>
            </a:r>
            <a:endParaRPr/>
          </a:p>
        </p:txBody>
      </p:sp>
      <p:sp>
        <p:nvSpPr>
          <p:cNvPr id="353405603" name=""/>
          <p:cNvSpPr/>
          <p:nvPr/>
        </p:nvSpPr>
        <p:spPr bwMode="auto">
          <a:xfrm rot="0" flipH="0" flipV="0">
            <a:off x="5255718" y="4225773"/>
            <a:ext cx="1904999" cy="72571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i &lt;= N? </a:t>
            </a:r>
            <a:endParaRPr/>
          </a:p>
        </p:txBody>
      </p:sp>
      <p:sp>
        <p:nvSpPr>
          <p:cNvPr id="2042347553" name=""/>
          <p:cNvSpPr/>
          <p:nvPr/>
        </p:nvSpPr>
        <p:spPr bwMode="auto">
          <a:xfrm rot="0" flipH="0" flipV="0">
            <a:off x="2602023" y="5707440"/>
            <a:ext cx="2207380" cy="619880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Вывод </a:t>
            </a:r>
            <a:r>
              <a:rPr lang="en-US"/>
              <a:t>S</a:t>
            </a:r>
            <a:endParaRPr/>
          </a:p>
        </p:txBody>
      </p:sp>
      <p:sp>
        <p:nvSpPr>
          <p:cNvPr id="1635963930" name=""/>
          <p:cNvSpPr/>
          <p:nvPr/>
        </p:nvSpPr>
        <p:spPr bwMode="auto">
          <a:xfrm rot="0" flipH="0" flipV="0">
            <a:off x="7818095" y="4308928"/>
            <a:ext cx="2237618" cy="461130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Ввод</a:t>
            </a:r>
            <a:r>
              <a:rPr lang="en-US"/>
              <a:t> A(i)</a:t>
            </a:r>
            <a:r>
              <a:rPr/>
              <a:t> </a:t>
            </a:r>
            <a:endParaRPr/>
          </a:p>
        </p:txBody>
      </p:sp>
      <p:sp>
        <p:nvSpPr>
          <p:cNvPr id="1602236559" name=""/>
          <p:cNvSpPr/>
          <p:nvPr/>
        </p:nvSpPr>
        <p:spPr bwMode="auto">
          <a:xfrm rot="0" flipH="0" flipV="0">
            <a:off x="7334863" y="5231190"/>
            <a:ext cx="3235475" cy="52916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A(i) % 2 = 0</a:t>
            </a:r>
            <a:endParaRPr/>
          </a:p>
        </p:txBody>
      </p:sp>
      <p:sp>
        <p:nvSpPr>
          <p:cNvPr id="828593438" name=""/>
          <p:cNvSpPr/>
          <p:nvPr/>
        </p:nvSpPr>
        <p:spPr bwMode="auto">
          <a:xfrm rot="0" flipH="0" flipV="0">
            <a:off x="6208218" y="5945414"/>
            <a:ext cx="1609876" cy="604761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S = S + A(i)</a:t>
            </a:r>
            <a:endParaRPr/>
          </a:p>
        </p:txBody>
      </p:sp>
      <p:sp>
        <p:nvSpPr>
          <p:cNvPr id="1207307602" name=""/>
          <p:cNvSpPr/>
          <p:nvPr/>
        </p:nvSpPr>
        <p:spPr bwMode="auto">
          <a:xfrm rot="0" flipH="0" flipV="0">
            <a:off x="10055714" y="6183388"/>
            <a:ext cx="1422347" cy="46869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i = i + 1</a:t>
            </a:r>
            <a:endParaRPr/>
          </a:p>
        </p:txBody>
      </p:sp>
      <p:sp>
        <p:nvSpPr>
          <p:cNvPr id="1565580887" name=""/>
          <p:cNvSpPr/>
          <p:nvPr/>
        </p:nvSpPr>
        <p:spPr bwMode="auto">
          <a:xfrm rot="0" flipH="0" flipV="0">
            <a:off x="145178" y="3083559"/>
            <a:ext cx="1829404" cy="605124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Ошибка:</a:t>
            </a:r>
            <a:r>
              <a:rPr lang="en-US"/>
              <a:t> N &lt; 0</a:t>
            </a:r>
            <a:r>
              <a:rPr/>
              <a:t> </a:t>
            </a:r>
            <a:endParaRPr/>
          </a:p>
        </p:txBody>
      </p:sp>
      <p:sp>
        <p:nvSpPr>
          <p:cNvPr id="393951003" name=""/>
          <p:cNvSpPr/>
          <p:nvPr/>
        </p:nvSpPr>
        <p:spPr bwMode="auto">
          <a:xfrm rot="0" flipH="0" flipV="0">
            <a:off x="368184" y="5707440"/>
            <a:ext cx="1209523" cy="475947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конец</a:t>
            </a:r>
            <a:endParaRPr/>
          </a:p>
        </p:txBody>
      </p:sp>
      <p:cxnSp>
        <p:nvCxnSpPr>
          <p:cNvPr id="116197887" name=""/>
          <p:cNvCxnSpPr>
            <a:stCxn id="1621265294" idx="3"/>
          </p:cNvCxnSpPr>
          <p:nvPr/>
        </p:nvCxnSpPr>
        <p:spPr bwMode="auto">
          <a:xfrm rot="0" flipH="0" flipV="0">
            <a:off x="1324464" y="498906"/>
            <a:ext cx="506487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3818689" name=""/>
          <p:cNvCxnSpPr/>
          <p:nvPr/>
        </p:nvCxnSpPr>
        <p:spPr bwMode="auto">
          <a:xfrm flipH="0" flipV="0">
            <a:off x="3221904" y="801309"/>
            <a:ext cx="0" cy="257023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811565" name=""/>
          <p:cNvCxnSpPr/>
          <p:nvPr/>
        </p:nvCxnSpPr>
        <p:spPr bwMode="auto">
          <a:xfrm flipH="0" flipV="1">
            <a:off x="4431428" y="1527023"/>
            <a:ext cx="634999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931027" name=""/>
          <p:cNvCxnSpPr>
            <a:stCxn id="1246650022" idx="2"/>
            <a:endCxn id="953693253" idx="0"/>
          </p:cNvCxnSpPr>
          <p:nvPr/>
        </p:nvCxnSpPr>
        <p:spPr bwMode="auto">
          <a:xfrm rot="5400000" flipH="0" flipV="1">
            <a:off x="5851222" y="2151591"/>
            <a:ext cx="489554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025193" name=""/>
          <p:cNvCxnSpPr>
            <a:stCxn id="1346679283" idx="1"/>
            <a:endCxn id="1346679283" idx="1"/>
          </p:cNvCxnSpPr>
          <p:nvPr/>
        </p:nvCxnSpPr>
        <p:spPr bwMode="auto">
          <a:xfrm rot="10800000" flipH="0" flipV="0">
            <a:off x="2193809" y="1559076"/>
            <a:ext cx="0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8893139" name=""/>
          <p:cNvCxnSpPr/>
          <p:nvPr/>
        </p:nvCxnSpPr>
        <p:spPr bwMode="auto">
          <a:xfrm flipH="1" flipV="0">
            <a:off x="1324464" y="1527023"/>
            <a:ext cx="778630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829412" name=""/>
          <p:cNvCxnSpPr/>
          <p:nvPr/>
        </p:nvCxnSpPr>
        <p:spPr bwMode="auto">
          <a:xfrm flipH="1" flipV="0">
            <a:off x="1286666" y="1527023"/>
            <a:ext cx="0" cy="1307797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1576363" name=""/>
          <p:cNvCxnSpPr/>
          <p:nvPr/>
        </p:nvCxnSpPr>
        <p:spPr bwMode="auto">
          <a:xfrm flipH="0" flipV="0">
            <a:off x="1135476" y="3855357"/>
            <a:ext cx="0" cy="1640416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5372557" name=""/>
          <p:cNvCxnSpPr/>
          <p:nvPr/>
        </p:nvCxnSpPr>
        <p:spPr bwMode="auto">
          <a:xfrm flipH="1" flipV="1">
            <a:off x="1770476" y="5972023"/>
            <a:ext cx="937380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1129713" name=""/>
          <p:cNvCxnSpPr>
            <a:stCxn id="953693253" idx="2"/>
            <a:endCxn id="2084365085" idx="0"/>
          </p:cNvCxnSpPr>
          <p:nvPr/>
        </p:nvCxnSpPr>
        <p:spPr bwMode="auto">
          <a:xfrm rot="5400000" flipH="0" flipV="0">
            <a:off x="5888294" y="3042526"/>
            <a:ext cx="415410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2469355" name=""/>
          <p:cNvCxnSpPr>
            <a:endCxn id="353405603" idx="0"/>
          </p:cNvCxnSpPr>
          <p:nvPr/>
        </p:nvCxnSpPr>
        <p:spPr bwMode="auto">
          <a:xfrm rot="5400000" flipH="0" flipV="0">
            <a:off x="5977653" y="3995208"/>
            <a:ext cx="461130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7410110" name=""/>
          <p:cNvCxnSpPr/>
          <p:nvPr/>
        </p:nvCxnSpPr>
        <p:spPr bwMode="auto">
          <a:xfrm flipH="1" flipV="0">
            <a:off x="4008094" y="4550833"/>
            <a:ext cx="1118809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5391098" name=""/>
          <p:cNvCxnSpPr/>
          <p:nvPr/>
        </p:nvCxnSpPr>
        <p:spPr bwMode="auto">
          <a:xfrm flipH="0" flipV="0">
            <a:off x="3992976" y="4535714"/>
            <a:ext cx="0" cy="960059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339467" name=""/>
          <p:cNvCxnSpPr>
            <a:endCxn id="1635963930" idx="2"/>
          </p:cNvCxnSpPr>
          <p:nvPr/>
        </p:nvCxnSpPr>
        <p:spPr bwMode="auto">
          <a:xfrm rot="0" flipH="0" flipV="1">
            <a:off x="7228452" y="4545163"/>
            <a:ext cx="813404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7236072" name=""/>
          <p:cNvCxnSpPr>
            <a:stCxn id="1635963930" idx="4"/>
          </p:cNvCxnSpPr>
          <p:nvPr/>
        </p:nvCxnSpPr>
        <p:spPr bwMode="auto">
          <a:xfrm rot="5400000" flipH="0" flipV="1">
            <a:off x="8751696" y="4955267"/>
            <a:ext cx="370416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299436" name=""/>
          <p:cNvCxnSpPr/>
          <p:nvPr/>
        </p:nvCxnSpPr>
        <p:spPr bwMode="auto">
          <a:xfrm rot="10800000" flipH="1" flipV="1">
            <a:off x="7263360" y="5577297"/>
            <a:ext cx="0" cy="355297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5496108" name=""/>
          <p:cNvCxnSpPr>
            <a:stCxn id="1602236559" idx="3"/>
          </p:cNvCxnSpPr>
          <p:nvPr/>
        </p:nvCxnSpPr>
        <p:spPr bwMode="auto">
          <a:xfrm rot="0" flipH="0" flipV="0">
            <a:off x="10577610" y="5495773"/>
            <a:ext cx="0" cy="566964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4674695" name=""/>
          <p:cNvCxnSpPr/>
          <p:nvPr/>
        </p:nvCxnSpPr>
        <p:spPr bwMode="auto">
          <a:xfrm flipH="0" flipV="0">
            <a:off x="7908809" y="6304642"/>
            <a:ext cx="2056190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020219" name=""/>
          <p:cNvCxnSpPr/>
          <p:nvPr/>
        </p:nvCxnSpPr>
        <p:spPr bwMode="auto">
          <a:xfrm flipH="0" flipV="1">
            <a:off x="11189642" y="3855357"/>
            <a:ext cx="0" cy="2177142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230820" name=""/>
          <p:cNvCxnSpPr/>
          <p:nvPr/>
        </p:nvCxnSpPr>
        <p:spPr bwMode="auto">
          <a:xfrm flipH="1" flipV="0">
            <a:off x="7040940" y="3688324"/>
            <a:ext cx="4239416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948430" name=""/>
          <p:cNvCxnSpPr/>
          <p:nvPr/>
        </p:nvCxnSpPr>
        <p:spPr bwMode="auto">
          <a:xfrm flipH="0" flipV="0">
            <a:off x="6971428" y="3704166"/>
            <a:ext cx="0" cy="665237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869209" name=""/>
          <p:cNvSpPr txBox="1"/>
          <p:nvPr/>
        </p:nvSpPr>
        <p:spPr bwMode="auto">
          <a:xfrm rot="0" flipH="0" flipV="0">
            <a:off x="2193809" y="1088571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нет</a:t>
            </a:r>
            <a:endParaRPr/>
          </a:p>
        </p:txBody>
      </p:sp>
      <p:sp>
        <p:nvSpPr>
          <p:cNvPr id="151729910" name=""/>
          <p:cNvSpPr txBox="1"/>
          <p:nvPr/>
        </p:nvSpPr>
        <p:spPr bwMode="auto">
          <a:xfrm rot="0" flipH="0" flipV="0">
            <a:off x="4129047" y="1149047"/>
            <a:ext cx="44412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  <p:sp>
        <p:nvSpPr>
          <p:cNvPr id="776405845" name=""/>
          <p:cNvSpPr txBox="1"/>
          <p:nvPr/>
        </p:nvSpPr>
        <p:spPr bwMode="auto">
          <a:xfrm rot="0" flipH="0" flipV="0">
            <a:off x="4961899" y="4222510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нет</a:t>
            </a:r>
            <a:endParaRPr/>
          </a:p>
        </p:txBody>
      </p:sp>
      <p:sp>
        <p:nvSpPr>
          <p:cNvPr id="63044960" name=""/>
          <p:cNvSpPr txBox="1"/>
          <p:nvPr/>
        </p:nvSpPr>
        <p:spPr bwMode="auto">
          <a:xfrm rot="0" flipH="0" flipV="0">
            <a:off x="7040940" y="4589147"/>
            <a:ext cx="44484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  <p:sp>
        <p:nvSpPr>
          <p:cNvPr id="1097011531" name=""/>
          <p:cNvSpPr txBox="1"/>
          <p:nvPr/>
        </p:nvSpPr>
        <p:spPr bwMode="auto">
          <a:xfrm rot="0" flipH="0" flipV="0">
            <a:off x="6971428" y="5140476"/>
            <a:ext cx="44412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  <p:sp>
        <p:nvSpPr>
          <p:cNvPr id="866038115" name=""/>
          <p:cNvSpPr txBox="1"/>
          <p:nvPr/>
        </p:nvSpPr>
        <p:spPr bwMode="auto">
          <a:xfrm rot="0" flipH="0" flipV="0">
            <a:off x="10306771" y="5129653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734907" name=""/>
          <p:cNvSpPr txBox="1"/>
          <p:nvPr/>
        </p:nvSpPr>
        <p:spPr bwMode="auto">
          <a:xfrm rot="0" flipH="0" flipV="0">
            <a:off x="10846240" y="132763"/>
            <a:ext cx="126363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task_4-3-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4</a:t>
            </a:r>
            <a:endParaRPr/>
          </a:p>
        </p:txBody>
      </p:sp>
      <p:sp>
        <p:nvSpPr>
          <p:cNvPr id="1083428032" name=""/>
          <p:cNvSpPr/>
          <p:nvPr/>
        </p:nvSpPr>
        <p:spPr bwMode="auto">
          <a:xfrm rot="0" flipH="0" flipV="0">
            <a:off x="220772" y="234299"/>
            <a:ext cx="1103689" cy="529165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начало</a:t>
            </a:r>
            <a:endParaRPr/>
          </a:p>
        </p:txBody>
      </p:sp>
      <p:sp>
        <p:nvSpPr>
          <p:cNvPr id="2062180426" name=""/>
          <p:cNvSpPr/>
          <p:nvPr/>
        </p:nvSpPr>
        <p:spPr bwMode="auto">
          <a:xfrm rot="0" flipH="0" flipV="0">
            <a:off x="1687320" y="49563"/>
            <a:ext cx="3288391" cy="713901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Ввод размера массива </a:t>
            </a:r>
            <a:r>
              <a:rPr lang="en-US"/>
              <a:t>N</a:t>
            </a:r>
            <a:endParaRPr/>
          </a:p>
        </p:txBody>
      </p:sp>
      <p:sp>
        <p:nvSpPr>
          <p:cNvPr id="798198710" name=""/>
          <p:cNvSpPr/>
          <p:nvPr/>
        </p:nvSpPr>
        <p:spPr bwMode="auto">
          <a:xfrm rot="0" flipH="0" flipV="0">
            <a:off x="2193808" y="1211337"/>
            <a:ext cx="2123922" cy="69547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N &gt; 0?</a:t>
            </a:r>
            <a:endParaRPr/>
          </a:p>
        </p:txBody>
      </p:sp>
      <p:sp>
        <p:nvSpPr>
          <p:cNvPr id="1865269984" name=""/>
          <p:cNvSpPr/>
          <p:nvPr/>
        </p:nvSpPr>
        <p:spPr bwMode="auto">
          <a:xfrm rot="0" flipH="0" flipV="0">
            <a:off x="5151058" y="1268184"/>
            <a:ext cx="1889879" cy="63862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/>
              <a:t>Создать массив </a:t>
            </a:r>
            <a:r>
              <a:rPr lang="en-US"/>
              <a:t>A</a:t>
            </a:r>
            <a:r>
              <a:rPr lang="ru-RU"/>
              <a:t> размера</a:t>
            </a:r>
            <a:r>
              <a:rPr lang="en-US"/>
              <a:t> N</a:t>
            </a:r>
            <a:endParaRPr/>
          </a:p>
        </p:txBody>
      </p:sp>
      <p:sp>
        <p:nvSpPr>
          <p:cNvPr id="218318987" name=""/>
          <p:cNvSpPr/>
          <p:nvPr/>
        </p:nvSpPr>
        <p:spPr bwMode="auto">
          <a:xfrm rot="0" flipH="0" flipV="0">
            <a:off x="5638799" y="2396368"/>
            <a:ext cx="914400" cy="438451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S = 0</a:t>
            </a:r>
            <a:endParaRPr/>
          </a:p>
        </p:txBody>
      </p:sp>
      <p:sp>
        <p:nvSpPr>
          <p:cNvPr id="892628689" name=""/>
          <p:cNvSpPr/>
          <p:nvPr/>
        </p:nvSpPr>
        <p:spPr bwMode="auto">
          <a:xfrm rot="0" flipH="0" flipV="0">
            <a:off x="5638799" y="3250231"/>
            <a:ext cx="914400" cy="438451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i = 1</a:t>
            </a:r>
            <a:endParaRPr/>
          </a:p>
        </p:txBody>
      </p:sp>
      <p:sp>
        <p:nvSpPr>
          <p:cNvPr id="209717832" name=""/>
          <p:cNvSpPr/>
          <p:nvPr/>
        </p:nvSpPr>
        <p:spPr bwMode="auto">
          <a:xfrm rot="0" flipH="0" flipV="0">
            <a:off x="5255718" y="4225772"/>
            <a:ext cx="1904998" cy="725713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i &lt;= N? </a:t>
            </a:r>
            <a:endParaRPr/>
          </a:p>
        </p:txBody>
      </p:sp>
      <p:sp>
        <p:nvSpPr>
          <p:cNvPr id="2112456333" name=""/>
          <p:cNvSpPr/>
          <p:nvPr/>
        </p:nvSpPr>
        <p:spPr bwMode="auto">
          <a:xfrm rot="0" flipH="0" flipV="0">
            <a:off x="2602022" y="5707440"/>
            <a:ext cx="2207379" cy="619879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Вывод </a:t>
            </a:r>
            <a:r>
              <a:rPr lang="en-US"/>
              <a:t>S</a:t>
            </a:r>
            <a:endParaRPr/>
          </a:p>
        </p:txBody>
      </p:sp>
      <p:sp>
        <p:nvSpPr>
          <p:cNvPr id="612637515" name=""/>
          <p:cNvSpPr/>
          <p:nvPr/>
        </p:nvSpPr>
        <p:spPr bwMode="auto">
          <a:xfrm rot="0" flipH="0" flipV="0">
            <a:off x="7818094" y="4308927"/>
            <a:ext cx="2237618" cy="461129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Ввод</a:t>
            </a:r>
            <a:r>
              <a:rPr lang="en-US"/>
              <a:t> A(i)</a:t>
            </a:r>
            <a:r>
              <a:rPr/>
              <a:t> </a:t>
            </a:r>
            <a:endParaRPr/>
          </a:p>
        </p:txBody>
      </p:sp>
      <p:sp>
        <p:nvSpPr>
          <p:cNvPr id="973676106" name=""/>
          <p:cNvSpPr/>
          <p:nvPr/>
        </p:nvSpPr>
        <p:spPr bwMode="auto">
          <a:xfrm rot="0" flipH="0" flipV="0">
            <a:off x="7334863" y="5231189"/>
            <a:ext cx="3235475" cy="52916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A(i) % 2 = </a:t>
            </a:r>
            <a:r>
              <a:rPr lang="ru-RU"/>
              <a:t>1</a:t>
            </a:r>
            <a:endParaRPr/>
          </a:p>
        </p:txBody>
      </p:sp>
      <p:sp>
        <p:nvSpPr>
          <p:cNvPr id="1867292217" name=""/>
          <p:cNvSpPr/>
          <p:nvPr/>
        </p:nvSpPr>
        <p:spPr bwMode="auto">
          <a:xfrm rot="0" flipH="0" flipV="0">
            <a:off x="6208218" y="5945413"/>
            <a:ext cx="1609875" cy="60476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S = S + A(i)</a:t>
            </a:r>
            <a:endParaRPr/>
          </a:p>
        </p:txBody>
      </p:sp>
      <p:sp>
        <p:nvSpPr>
          <p:cNvPr id="939304489" name=""/>
          <p:cNvSpPr/>
          <p:nvPr/>
        </p:nvSpPr>
        <p:spPr bwMode="auto">
          <a:xfrm rot="0" flipH="0" flipV="0">
            <a:off x="10055713" y="6183387"/>
            <a:ext cx="1422346" cy="468689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i = i + 1</a:t>
            </a:r>
            <a:endParaRPr/>
          </a:p>
        </p:txBody>
      </p:sp>
      <p:sp>
        <p:nvSpPr>
          <p:cNvPr id="1837243052" name=""/>
          <p:cNvSpPr/>
          <p:nvPr/>
        </p:nvSpPr>
        <p:spPr bwMode="auto">
          <a:xfrm rot="0" flipH="0" flipV="0">
            <a:off x="145177" y="3083558"/>
            <a:ext cx="1829403" cy="605124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Ошибка:</a:t>
            </a:r>
            <a:r>
              <a:rPr lang="en-US"/>
              <a:t> N &lt; 0</a:t>
            </a:r>
            <a:r>
              <a:rPr/>
              <a:t> </a:t>
            </a:r>
            <a:endParaRPr/>
          </a:p>
        </p:txBody>
      </p:sp>
      <p:sp>
        <p:nvSpPr>
          <p:cNvPr id="142177039" name=""/>
          <p:cNvSpPr/>
          <p:nvPr/>
        </p:nvSpPr>
        <p:spPr bwMode="auto">
          <a:xfrm rot="0" flipH="0" flipV="0">
            <a:off x="368183" y="5707440"/>
            <a:ext cx="1209522" cy="475947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конец</a:t>
            </a:r>
            <a:endParaRPr/>
          </a:p>
        </p:txBody>
      </p:sp>
      <p:cxnSp>
        <p:nvCxnSpPr>
          <p:cNvPr id="544346898" name=""/>
          <p:cNvCxnSpPr/>
          <p:nvPr/>
        </p:nvCxnSpPr>
        <p:spPr bwMode="auto">
          <a:xfrm rot="0" flipH="0" flipV="0">
            <a:off x="1324463" y="498906"/>
            <a:ext cx="506487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45628" name=""/>
          <p:cNvCxnSpPr/>
          <p:nvPr/>
        </p:nvCxnSpPr>
        <p:spPr bwMode="auto">
          <a:xfrm flipH="0" flipV="0">
            <a:off x="3221903" y="801308"/>
            <a:ext cx="0" cy="257022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4538999" name=""/>
          <p:cNvCxnSpPr/>
          <p:nvPr/>
        </p:nvCxnSpPr>
        <p:spPr bwMode="auto">
          <a:xfrm flipH="0" flipV="1">
            <a:off x="4431427" y="1527022"/>
            <a:ext cx="634999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1872349" name=""/>
          <p:cNvCxnSpPr/>
          <p:nvPr/>
        </p:nvCxnSpPr>
        <p:spPr bwMode="auto">
          <a:xfrm rot="5400000" flipH="0" flipV="1">
            <a:off x="5851221" y="2151590"/>
            <a:ext cx="489553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7522607" name=""/>
          <p:cNvCxnSpPr/>
          <p:nvPr/>
        </p:nvCxnSpPr>
        <p:spPr bwMode="auto">
          <a:xfrm rot="10800000" flipH="0" flipV="0">
            <a:off x="2193808" y="1559075"/>
            <a:ext cx="0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905731" name=""/>
          <p:cNvCxnSpPr/>
          <p:nvPr/>
        </p:nvCxnSpPr>
        <p:spPr bwMode="auto">
          <a:xfrm flipH="1" flipV="0">
            <a:off x="1324463" y="1527022"/>
            <a:ext cx="778629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4086005" name=""/>
          <p:cNvCxnSpPr/>
          <p:nvPr/>
        </p:nvCxnSpPr>
        <p:spPr bwMode="auto">
          <a:xfrm flipH="1" flipV="0">
            <a:off x="1286665" y="1527022"/>
            <a:ext cx="0" cy="1307796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5602821" name=""/>
          <p:cNvCxnSpPr/>
          <p:nvPr/>
        </p:nvCxnSpPr>
        <p:spPr bwMode="auto">
          <a:xfrm flipH="0" flipV="0">
            <a:off x="1135476" y="3855357"/>
            <a:ext cx="0" cy="1640415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170003" name=""/>
          <p:cNvCxnSpPr/>
          <p:nvPr/>
        </p:nvCxnSpPr>
        <p:spPr bwMode="auto">
          <a:xfrm flipH="1" flipV="1">
            <a:off x="1770475" y="5972022"/>
            <a:ext cx="937379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9571381" name=""/>
          <p:cNvCxnSpPr/>
          <p:nvPr/>
        </p:nvCxnSpPr>
        <p:spPr bwMode="auto">
          <a:xfrm rot="5400000" flipH="0" flipV="0">
            <a:off x="5888293" y="3042525"/>
            <a:ext cx="415409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390947" name=""/>
          <p:cNvCxnSpPr/>
          <p:nvPr/>
        </p:nvCxnSpPr>
        <p:spPr bwMode="auto">
          <a:xfrm rot="5400000" flipH="0" flipV="0">
            <a:off x="5977652" y="3995208"/>
            <a:ext cx="461129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649712" name=""/>
          <p:cNvCxnSpPr/>
          <p:nvPr/>
        </p:nvCxnSpPr>
        <p:spPr bwMode="auto">
          <a:xfrm flipH="1" flipV="0">
            <a:off x="4008094" y="4550832"/>
            <a:ext cx="1118808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2754302" name=""/>
          <p:cNvCxnSpPr/>
          <p:nvPr/>
        </p:nvCxnSpPr>
        <p:spPr bwMode="auto">
          <a:xfrm flipH="0" flipV="0">
            <a:off x="3992976" y="4535713"/>
            <a:ext cx="0" cy="960058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0749343" name=""/>
          <p:cNvCxnSpPr/>
          <p:nvPr/>
        </p:nvCxnSpPr>
        <p:spPr bwMode="auto">
          <a:xfrm rot="0" flipH="0" flipV="1">
            <a:off x="7228451" y="4545162"/>
            <a:ext cx="813403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9961297" name=""/>
          <p:cNvCxnSpPr/>
          <p:nvPr/>
        </p:nvCxnSpPr>
        <p:spPr bwMode="auto">
          <a:xfrm rot="5400000" flipH="0" flipV="1">
            <a:off x="8751695" y="4955266"/>
            <a:ext cx="370415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3164190" name=""/>
          <p:cNvCxnSpPr/>
          <p:nvPr/>
        </p:nvCxnSpPr>
        <p:spPr bwMode="auto">
          <a:xfrm rot="10800000" flipH="1" flipV="1">
            <a:off x="7263360" y="5577296"/>
            <a:ext cx="0" cy="355296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340217" name=""/>
          <p:cNvCxnSpPr/>
          <p:nvPr/>
        </p:nvCxnSpPr>
        <p:spPr bwMode="auto">
          <a:xfrm rot="0" flipH="0" flipV="0">
            <a:off x="10577610" y="5495772"/>
            <a:ext cx="0" cy="566964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5679342" name=""/>
          <p:cNvCxnSpPr/>
          <p:nvPr/>
        </p:nvCxnSpPr>
        <p:spPr bwMode="auto">
          <a:xfrm flipH="0" flipV="0">
            <a:off x="7908808" y="6304641"/>
            <a:ext cx="2056189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6419545" name=""/>
          <p:cNvCxnSpPr/>
          <p:nvPr/>
        </p:nvCxnSpPr>
        <p:spPr bwMode="auto">
          <a:xfrm flipH="0" flipV="1">
            <a:off x="11189641" y="3855357"/>
            <a:ext cx="0" cy="2177141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7808507" name=""/>
          <p:cNvCxnSpPr/>
          <p:nvPr/>
        </p:nvCxnSpPr>
        <p:spPr bwMode="auto">
          <a:xfrm flipH="1" flipV="0">
            <a:off x="7040939" y="3688323"/>
            <a:ext cx="4239415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5105776" name=""/>
          <p:cNvCxnSpPr/>
          <p:nvPr/>
        </p:nvCxnSpPr>
        <p:spPr bwMode="auto">
          <a:xfrm flipH="0" flipV="0">
            <a:off x="6971427" y="3704166"/>
            <a:ext cx="0" cy="665237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1696198" name=""/>
          <p:cNvSpPr txBox="1"/>
          <p:nvPr/>
        </p:nvSpPr>
        <p:spPr bwMode="auto">
          <a:xfrm rot="0" flipH="0" flipV="0">
            <a:off x="2193808" y="1088570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нет</a:t>
            </a:r>
            <a:endParaRPr/>
          </a:p>
        </p:txBody>
      </p:sp>
      <p:sp>
        <p:nvSpPr>
          <p:cNvPr id="1164383189" name=""/>
          <p:cNvSpPr txBox="1"/>
          <p:nvPr/>
        </p:nvSpPr>
        <p:spPr bwMode="auto">
          <a:xfrm rot="0" flipH="0" flipV="0">
            <a:off x="4129047" y="1149046"/>
            <a:ext cx="44412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  <p:sp>
        <p:nvSpPr>
          <p:cNvPr id="458384814" name=""/>
          <p:cNvSpPr txBox="1"/>
          <p:nvPr/>
        </p:nvSpPr>
        <p:spPr bwMode="auto">
          <a:xfrm rot="0" flipH="0" flipV="0">
            <a:off x="4961898" y="4222509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нет</a:t>
            </a:r>
            <a:endParaRPr/>
          </a:p>
        </p:txBody>
      </p:sp>
      <p:sp>
        <p:nvSpPr>
          <p:cNvPr id="1978176691" name=""/>
          <p:cNvSpPr txBox="1"/>
          <p:nvPr/>
        </p:nvSpPr>
        <p:spPr bwMode="auto">
          <a:xfrm rot="0" flipH="0" flipV="0">
            <a:off x="7040939" y="4589146"/>
            <a:ext cx="44519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  <p:sp>
        <p:nvSpPr>
          <p:cNvPr id="1434498604" name=""/>
          <p:cNvSpPr txBox="1"/>
          <p:nvPr/>
        </p:nvSpPr>
        <p:spPr bwMode="auto">
          <a:xfrm rot="0" flipH="0" flipV="0">
            <a:off x="6971427" y="5140476"/>
            <a:ext cx="44412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  <p:sp>
        <p:nvSpPr>
          <p:cNvPr id="350778062" name=""/>
          <p:cNvSpPr txBox="1"/>
          <p:nvPr/>
        </p:nvSpPr>
        <p:spPr bwMode="auto">
          <a:xfrm rot="0" flipH="0" flipV="0">
            <a:off x="10306770" y="5129652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4098129" name=""/>
          <p:cNvSpPr txBox="1"/>
          <p:nvPr/>
        </p:nvSpPr>
        <p:spPr bwMode="auto">
          <a:xfrm rot="0" flipH="0" flipV="0">
            <a:off x="10809043" y="80364"/>
            <a:ext cx="126363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task_4-3-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5</a:t>
            </a:r>
            <a:endParaRPr/>
          </a:p>
        </p:txBody>
      </p:sp>
      <p:sp>
        <p:nvSpPr>
          <p:cNvPr id="88505676" name=""/>
          <p:cNvSpPr/>
          <p:nvPr/>
        </p:nvSpPr>
        <p:spPr bwMode="auto">
          <a:xfrm rot="0" flipH="0" flipV="0">
            <a:off x="303928" y="193790"/>
            <a:ext cx="1254880" cy="505386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начало</a:t>
            </a:r>
            <a:endParaRPr/>
          </a:p>
        </p:txBody>
      </p:sp>
      <p:sp>
        <p:nvSpPr>
          <p:cNvPr id="1554951794" name=""/>
          <p:cNvSpPr/>
          <p:nvPr/>
        </p:nvSpPr>
        <p:spPr bwMode="auto">
          <a:xfrm rot="0" flipH="0" flipV="0">
            <a:off x="2987710" y="136543"/>
            <a:ext cx="3054047" cy="619880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Ввод размера массива </a:t>
            </a:r>
            <a:r>
              <a:rPr lang="en-US"/>
              <a:t>N</a:t>
            </a:r>
            <a:endParaRPr/>
          </a:p>
        </p:txBody>
      </p:sp>
      <p:sp>
        <p:nvSpPr>
          <p:cNvPr id="1359664137" name=""/>
          <p:cNvSpPr/>
          <p:nvPr/>
        </p:nvSpPr>
        <p:spPr bwMode="auto">
          <a:xfrm rot="0" flipH="0" flipV="0">
            <a:off x="3426011" y="1118809"/>
            <a:ext cx="1920119" cy="48380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N &gt; 0?</a:t>
            </a:r>
            <a:endParaRPr/>
          </a:p>
        </p:txBody>
      </p:sp>
      <p:sp>
        <p:nvSpPr>
          <p:cNvPr id="1166245738" name=""/>
          <p:cNvSpPr/>
          <p:nvPr/>
        </p:nvSpPr>
        <p:spPr bwMode="auto">
          <a:xfrm rot="0" flipH="0" flipV="0">
            <a:off x="54464" y="1995714"/>
            <a:ext cx="3008690" cy="529166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/>
              <a:t>Ошибка: </a:t>
            </a:r>
            <a:r>
              <a:rPr lang="en-US"/>
              <a:t>N &lt; 0</a:t>
            </a:r>
            <a:endParaRPr/>
          </a:p>
        </p:txBody>
      </p:sp>
      <p:sp>
        <p:nvSpPr>
          <p:cNvPr id="626956795" name=""/>
          <p:cNvSpPr/>
          <p:nvPr/>
        </p:nvSpPr>
        <p:spPr bwMode="auto">
          <a:xfrm rot="0" flipH="0" flipV="0">
            <a:off x="6442261" y="1088571"/>
            <a:ext cx="2192261" cy="54428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Создать массив</a:t>
            </a:r>
            <a:r>
              <a:rPr lang="en-US"/>
              <a:t> A</a:t>
            </a:r>
            <a:r>
              <a:rPr/>
              <a:t> размера </a:t>
            </a:r>
            <a:r>
              <a:rPr lang="en-US"/>
              <a:t>N</a:t>
            </a:r>
            <a:endParaRPr/>
          </a:p>
        </p:txBody>
      </p:sp>
      <p:sp>
        <p:nvSpPr>
          <p:cNvPr id="1253118401" name=""/>
          <p:cNvSpPr/>
          <p:nvPr/>
        </p:nvSpPr>
        <p:spPr bwMode="auto">
          <a:xfrm rot="0" flipH="0" flipV="0">
            <a:off x="6892204" y="1889880"/>
            <a:ext cx="914400" cy="42333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S = 0</a:t>
            </a:r>
            <a:endParaRPr/>
          </a:p>
        </p:txBody>
      </p:sp>
      <p:sp>
        <p:nvSpPr>
          <p:cNvPr id="1343197995" name=""/>
          <p:cNvSpPr/>
          <p:nvPr/>
        </p:nvSpPr>
        <p:spPr bwMode="auto">
          <a:xfrm rot="0" flipH="0" flipV="0">
            <a:off x="6642437" y="2630714"/>
            <a:ext cx="1496785" cy="36285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Count = 0</a:t>
            </a:r>
            <a:endParaRPr/>
          </a:p>
        </p:txBody>
      </p:sp>
      <p:sp>
        <p:nvSpPr>
          <p:cNvPr id="1260773539" name=""/>
          <p:cNvSpPr/>
          <p:nvPr/>
        </p:nvSpPr>
        <p:spPr bwMode="auto">
          <a:xfrm rot="0" flipH="0" flipV="0">
            <a:off x="6831728" y="3275994"/>
            <a:ext cx="914400" cy="306009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i = 1</a:t>
            </a:r>
            <a:endParaRPr/>
          </a:p>
        </p:txBody>
      </p:sp>
      <p:sp>
        <p:nvSpPr>
          <p:cNvPr id="1191941560" name=""/>
          <p:cNvSpPr/>
          <p:nvPr/>
        </p:nvSpPr>
        <p:spPr bwMode="auto">
          <a:xfrm rot="0" flipH="0" flipV="0">
            <a:off x="6313749" y="3961190"/>
            <a:ext cx="2071309" cy="48380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i &lt;= N?</a:t>
            </a:r>
            <a:endParaRPr/>
          </a:p>
        </p:txBody>
      </p:sp>
      <p:sp>
        <p:nvSpPr>
          <p:cNvPr id="2051445822" name=""/>
          <p:cNvSpPr/>
          <p:nvPr/>
        </p:nvSpPr>
        <p:spPr bwMode="auto">
          <a:xfrm rot="0" flipH="0" flipV="0">
            <a:off x="8919668" y="4656666"/>
            <a:ext cx="2286604" cy="49892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i % 2 = 0</a:t>
            </a:r>
            <a:endParaRPr/>
          </a:p>
        </p:txBody>
      </p:sp>
      <p:sp>
        <p:nvSpPr>
          <p:cNvPr id="50069429" name=""/>
          <p:cNvSpPr/>
          <p:nvPr/>
        </p:nvSpPr>
        <p:spPr bwMode="auto">
          <a:xfrm rot="0" flipH="0" flipV="0">
            <a:off x="7161590" y="6258971"/>
            <a:ext cx="2131785" cy="37797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count = count + 1</a:t>
            </a:r>
            <a:endParaRPr/>
          </a:p>
        </p:txBody>
      </p:sp>
      <p:sp>
        <p:nvSpPr>
          <p:cNvPr id="493464011" name=""/>
          <p:cNvSpPr/>
          <p:nvPr/>
        </p:nvSpPr>
        <p:spPr bwMode="auto">
          <a:xfrm rot="0" flipH="0" flipV="0">
            <a:off x="7456714" y="5548690"/>
            <a:ext cx="1647673" cy="37797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S = S + A(i)</a:t>
            </a:r>
            <a:endParaRPr/>
          </a:p>
        </p:txBody>
      </p:sp>
      <p:sp>
        <p:nvSpPr>
          <p:cNvPr id="634696564" name=""/>
          <p:cNvSpPr/>
          <p:nvPr/>
        </p:nvSpPr>
        <p:spPr bwMode="auto">
          <a:xfrm rot="0" flipH="0" flipV="0">
            <a:off x="10463928" y="6232990"/>
            <a:ext cx="1300237" cy="46900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i = i + 1</a:t>
            </a:r>
            <a:endParaRPr/>
          </a:p>
        </p:txBody>
      </p:sp>
      <p:sp>
        <p:nvSpPr>
          <p:cNvPr id="419378752" name=""/>
          <p:cNvSpPr/>
          <p:nvPr/>
        </p:nvSpPr>
        <p:spPr bwMode="auto">
          <a:xfrm rot="0" flipH="0" flipV="0">
            <a:off x="1717710" y="3534240"/>
            <a:ext cx="2797023" cy="48380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Count &gt; 0?</a:t>
            </a:r>
            <a:endParaRPr/>
          </a:p>
        </p:txBody>
      </p:sp>
      <p:sp>
        <p:nvSpPr>
          <p:cNvPr id="1133741821" name=""/>
          <p:cNvSpPr/>
          <p:nvPr/>
        </p:nvSpPr>
        <p:spPr bwMode="auto">
          <a:xfrm rot="0" flipH="0" flipV="0">
            <a:off x="8991635" y="4018050"/>
            <a:ext cx="2214637" cy="370090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Ввод </a:t>
            </a:r>
            <a:r>
              <a:rPr lang="en-US"/>
              <a:t>A(i)</a:t>
            </a:r>
            <a:endParaRPr/>
          </a:p>
        </p:txBody>
      </p:sp>
      <p:sp>
        <p:nvSpPr>
          <p:cNvPr id="799852265" name=""/>
          <p:cNvSpPr/>
          <p:nvPr/>
        </p:nvSpPr>
        <p:spPr bwMode="auto">
          <a:xfrm rot="0" flipH="0" flipV="0">
            <a:off x="3426011" y="4263571"/>
            <a:ext cx="2426607" cy="89202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Нет элементов с четными индексами</a:t>
            </a:r>
            <a:endParaRPr/>
          </a:p>
        </p:txBody>
      </p:sp>
      <p:sp>
        <p:nvSpPr>
          <p:cNvPr id="1188585557" name=""/>
          <p:cNvSpPr/>
          <p:nvPr/>
        </p:nvSpPr>
        <p:spPr bwMode="auto">
          <a:xfrm rot="0" flipH="0" flipV="0">
            <a:off x="734972" y="4444999"/>
            <a:ext cx="1965476" cy="46869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Avg = S/count</a:t>
            </a:r>
            <a:endParaRPr/>
          </a:p>
        </p:txBody>
      </p:sp>
      <p:sp>
        <p:nvSpPr>
          <p:cNvPr id="1109106262" name=""/>
          <p:cNvSpPr/>
          <p:nvPr/>
        </p:nvSpPr>
        <p:spPr bwMode="auto">
          <a:xfrm rot="0" flipH="0" flipV="0">
            <a:off x="432440" y="5303169"/>
            <a:ext cx="2804583" cy="434509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Вывод </a:t>
            </a:r>
            <a:r>
              <a:rPr lang="en-US"/>
              <a:t>Avg</a:t>
            </a:r>
            <a:endParaRPr/>
          </a:p>
        </p:txBody>
      </p:sp>
      <p:sp>
        <p:nvSpPr>
          <p:cNvPr id="462915902" name=""/>
          <p:cNvSpPr/>
          <p:nvPr/>
        </p:nvSpPr>
        <p:spPr bwMode="auto">
          <a:xfrm rot="0" flipH="0" flipV="0">
            <a:off x="3788868" y="6074712"/>
            <a:ext cx="1073452" cy="536254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конец</a:t>
            </a:r>
            <a:endParaRPr/>
          </a:p>
        </p:txBody>
      </p:sp>
      <p:cxnSp>
        <p:nvCxnSpPr>
          <p:cNvPr id="1796398387" name=""/>
          <p:cNvCxnSpPr>
            <a:stCxn id="88505676" idx="3"/>
          </p:cNvCxnSpPr>
          <p:nvPr/>
        </p:nvCxnSpPr>
        <p:spPr bwMode="auto">
          <a:xfrm rot="0" flipH="0" flipV="1">
            <a:off x="1558809" y="423333"/>
            <a:ext cx="1602618" cy="2315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330348" name=""/>
          <p:cNvCxnSpPr/>
          <p:nvPr/>
        </p:nvCxnSpPr>
        <p:spPr bwMode="auto">
          <a:xfrm flipH="1" flipV="0">
            <a:off x="4401190" y="816428"/>
            <a:ext cx="0" cy="272142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8765319" name=""/>
          <p:cNvCxnSpPr>
            <a:stCxn id="1359664137" idx="1"/>
          </p:cNvCxnSpPr>
          <p:nvPr/>
        </p:nvCxnSpPr>
        <p:spPr bwMode="auto">
          <a:xfrm rot="10800000" flipH="0" flipV="1">
            <a:off x="1830952" y="1360713"/>
            <a:ext cx="1595059" cy="45357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1190450" name=""/>
          <p:cNvCxnSpPr/>
          <p:nvPr/>
        </p:nvCxnSpPr>
        <p:spPr bwMode="auto">
          <a:xfrm flipH="1" flipV="0">
            <a:off x="1861190" y="1466547"/>
            <a:ext cx="0" cy="362856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4760630" name=""/>
          <p:cNvCxnSpPr/>
          <p:nvPr/>
        </p:nvCxnSpPr>
        <p:spPr bwMode="auto">
          <a:xfrm flipH="0" flipV="0">
            <a:off x="167856" y="2630714"/>
            <a:ext cx="60476" cy="3712125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1188897" name=""/>
          <p:cNvCxnSpPr/>
          <p:nvPr/>
        </p:nvCxnSpPr>
        <p:spPr bwMode="auto">
          <a:xfrm flipH="0" flipV="0">
            <a:off x="258571" y="6304642"/>
            <a:ext cx="3356428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1553841" name=""/>
          <p:cNvCxnSpPr/>
          <p:nvPr/>
        </p:nvCxnSpPr>
        <p:spPr bwMode="auto">
          <a:xfrm flipH="0" flipV="0">
            <a:off x="4401190" y="3776145"/>
            <a:ext cx="0" cy="46869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800292" name=""/>
          <p:cNvCxnSpPr/>
          <p:nvPr/>
        </p:nvCxnSpPr>
        <p:spPr bwMode="auto">
          <a:xfrm rot="0" flipH="0" flipV="0">
            <a:off x="1785594" y="3809999"/>
            <a:ext cx="0" cy="57814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8750724" name=""/>
          <p:cNvCxnSpPr/>
          <p:nvPr/>
        </p:nvCxnSpPr>
        <p:spPr bwMode="auto">
          <a:xfrm flipH="0" flipV="0">
            <a:off x="1770476" y="5004404"/>
            <a:ext cx="0" cy="226785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224183" name=""/>
          <p:cNvCxnSpPr/>
          <p:nvPr/>
        </p:nvCxnSpPr>
        <p:spPr bwMode="auto">
          <a:xfrm flipH="0" flipV="0">
            <a:off x="4370952" y="5200952"/>
            <a:ext cx="0" cy="725714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1734197" name=""/>
          <p:cNvCxnSpPr>
            <a:stCxn id="1109106262" idx="4"/>
          </p:cNvCxnSpPr>
          <p:nvPr/>
        </p:nvCxnSpPr>
        <p:spPr bwMode="auto">
          <a:xfrm rot="5400000" flipH="0" flipV="0">
            <a:off x="1564479" y="6006041"/>
            <a:ext cx="536726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4617492" name=""/>
          <p:cNvCxnSpPr/>
          <p:nvPr/>
        </p:nvCxnSpPr>
        <p:spPr bwMode="auto">
          <a:xfrm flipH="0" flipV="0">
            <a:off x="5459523" y="1315356"/>
            <a:ext cx="914400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4080456" name=""/>
          <p:cNvCxnSpPr/>
          <p:nvPr/>
        </p:nvCxnSpPr>
        <p:spPr bwMode="auto">
          <a:xfrm flipH="1" flipV="0">
            <a:off x="7394761" y="1693333"/>
            <a:ext cx="0" cy="136071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7748209" name=""/>
          <p:cNvCxnSpPr/>
          <p:nvPr/>
        </p:nvCxnSpPr>
        <p:spPr bwMode="auto">
          <a:xfrm rot="5400000" flipH="0" flipV="0">
            <a:off x="7190654" y="2419047"/>
            <a:ext cx="317499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4781168" name=""/>
          <p:cNvCxnSpPr>
            <a:stCxn id="1191941560" idx="3"/>
          </p:cNvCxnSpPr>
          <p:nvPr/>
        </p:nvCxnSpPr>
        <p:spPr bwMode="auto">
          <a:xfrm rot="0" flipH="0" flipV="0">
            <a:off x="8385059" y="4210654"/>
            <a:ext cx="703035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0835157" name=""/>
          <p:cNvCxnSpPr>
            <a:endCxn id="493464011" idx="0"/>
          </p:cNvCxnSpPr>
          <p:nvPr/>
        </p:nvCxnSpPr>
        <p:spPr bwMode="auto">
          <a:xfrm rot="5400000" flipH="0" flipV="1">
            <a:off x="7981287" y="5253868"/>
            <a:ext cx="589642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9298126" name=""/>
          <p:cNvCxnSpPr>
            <a:stCxn id="2051445822" idx="1"/>
          </p:cNvCxnSpPr>
          <p:nvPr/>
        </p:nvCxnSpPr>
        <p:spPr bwMode="auto">
          <a:xfrm rot="10800000" flipH="0" flipV="0">
            <a:off x="8241428" y="4902351"/>
            <a:ext cx="678240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0540621" name=""/>
          <p:cNvCxnSpPr/>
          <p:nvPr/>
        </p:nvCxnSpPr>
        <p:spPr bwMode="auto">
          <a:xfrm rot="5400000" flipH="0" flipV="1">
            <a:off x="8158430" y="6100378"/>
            <a:ext cx="256709" cy="60476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798798" name=""/>
          <p:cNvCxnSpPr>
            <a:stCxn id="50069429" idx="3"/>
          </p:cNvCxnSpPr>
          <p:nvPr/>
        </p:nvCxnSpPr>
        <p:spPr bwMode="auto">
          <a:xfrm rot="0" flipH="0" flipV="1">
            <a:off x="9293375" y="6425595"/>
            <a:ext cx="1094956" cy="22363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0625568" name=""/>
          <p:cNvCxnSpPr/>
          <p:nvPr/>
        </p:nvCxnSpPr>
        <p:spPr bwMode="auto">
          <a:xfrm flipH="0" flipV="0">
            <a:off x="11310595" y="4883452"/>
            <a:ext cx="0" cy="1247163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7945704" name=""/>
          <p:cNvCxnSpPr>
            <a:stCxn id="634696564" idx="3"/>
          </p:cNvCxnSpPr>
          <p:nvPr/>
        </p:nvCxnSpPr>
        <p:spPr bwMode="auto">
          <a:xfrm rot="0" flipH="0" flipV="1">
            <a:off x="11764166" y="6461663"/>
            <a:ext cx="317499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531545" name=""/>
          <p:cNvCxnSpPr/>
          <p:nvPr/>
        </p:nvCxnSpPr>
        <p:spPr bwMode="auto">
          <a:xfrm flipH="1" flipV="1">
            <a:off x="12066547" y="3704166"/>
            <a:ext cx="0" cy="2660952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442186" name=""/>
          <p:cNvCxnSpPr/>
          <p:nvPr/>
        </p:nvCxnSpPr>
        <p:spPr bwMode="auto">
          <a:xfrm flipH="1" flipV="1">
            <a:off x="7939047" y="3704166"/>
            <a:ext cx="3983868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4590519" name=""/>
          <p:cNvCxnSpPr/>
          <p:nvPr/>
        </p:nvCxnSpPr>
        <p:spPr bwMode="auto">
          <a:xfrm flipH="1" flipV="0">
            <a:off x="7954166" y="3704166"/>
            <a:ext cx="0" cy="257023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347564" name=""/>
          <p:cNvSpPr txBox="1"/>
          <p:nvPr/>
        </p:nvSpPr>
        <p:spPr bwMode="auto">
          <a:xfrm rot="0" flipH="0" flipV="0">
            <a:off x="1639129" y="3410025"/>
            <a:ext cx="44412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  <p:sp>
        <p:nvSpPr>
          <p:cNvPr id="1760299853" name=""/>
          <p:cNvSpPr txBox="1"/>
          <p:nvPr/>
        </p:nvSpPr>
        <p:spPr bwMode="auto">
          <a:xfrm rot="0" flipH="0" flipV="0">
            <a:off x="4234880" y="3410025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нет</a:t>
            </a:r>
            <a:endParaRPr/>
          </a:p>
        </p:txBody>
      </p:sp>
      <p:sp>
        <p:nvSpPr>
          <p:cNvPr id="740890899" name=""/>
          <p:cNvSpPr txBox="1"/>
          <p:nvPr/>
        </p:nvSpPr>
        <p:spPr bwMode="auto">
          <a:xfrm rot="0" flipH="0" flipV="0">
            <a:off x="6171423" y="3827430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нет</a:t>
            </a:r>
            <a:endParaRPr/>
          </a:p>
        </p:txBody>
      </p:sp>
      <p:sp>
        <p:nvSpPr>
          <p:cNvPr id="1380623542" name=""/>
          <p:cNvSpPr txBox="1"/>
          <p:nvPr/>
        </p:nvSpPr>
        <p:spPr bwMode="auto">
          <a:xfrm rot="0" flipH="0" flipV="0">
            <a:off x="8286785" y="3844534"/>
            <a:ext cx="44412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  <p:sp>
        <p:nvSpPr>
          <p:cNvPr id="1192415137" name=""/>
          <p:cNvSpPr txBox="1"/>
          <p:nvPr/>
        </p:nvSpPr>
        <p:spPr bwMode="auto">
          <a:xfrm rot="0" flipH="0" flipV="0">
            <a:off x="3161428" y="994593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нет</a:t>
            </a:r>
            <a:endParaRPr/>
          </a:p>
        </p:txBody>
      </p:sp>
      <p:sp>
        <p:nvSpPr>
          <p:cNvPr id="1621648780" name=""/>
          <p:cNvSpPr txBox="1"/>
          <p:nvPr/>
        </p:nvSpPr>
        <p:spPr bwMode="auto">
          <a:xfrm rot="0" flipH="0" flipV="0">
            <a:off x="5124070" y="994593"/>
            <a:ext cx="44412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  <p:sp>
        <p:nvSpPr>
          <p:cNvPr id="606499760" name=""/>
          <p:cNvSpPr txBox="1"/>
          <p:nvPr/>
        </p:nvSpPr>
        <p:spPr bwMode="auto">
          <a:xfrm rot="0" flipH="0" flipV="0">
            <a:off x="8769575" y="4547570"/>
            <a:ext cx="44412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  <p:sp>
        <p:nvSpPr>
          <p:cNvPr id="942599523" name=""/>
          <p:cNvSpPr txBox="1"/>
          <p:nvPr/>
        </p:nvSpPr>
        <p:spPr bwMode="auto">
          <a:xfrm rot="0" flipH="0" flipV="0">
            <a:off x="10899186" y="4536231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2026-04-05T22:45:06Z</dcterms:modified>
</cp:coreProperties>
</file>