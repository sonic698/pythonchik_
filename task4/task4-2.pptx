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8"/>
  </p:notesMasterIdLst>
  <p:sldIdLst>
    <p:sldId id="256" r:id="rId4"/>
    <p:sldId id="257" r:id="rId5"/>
    <p:sldId id="258" r:id="rId6"/>
    <p:sldId id="259" r:id="rId7"/>
  </p:sldIdLst>
  <p:sldSz cx="12192000" cy="6858000"/>
  <p:notesSz cx="6858000" cy="9144000"/>
  <p:defaultTextStyle>
    <a:defPPr>
      <a:defRPr lang="ru-RU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 /><Relationship Id="rId10" Type="http://schemas.openxmlformats.org/officeDocument/2006/relationships/tableStyles" Target="tableStyles.xml" /><Relationship Id="rId11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9023194" name="Верхний колонтитул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85627856" name="Дата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ru-RU"/>
              <a:t>10/30/2013</a:t>
            </a:fld>
            <a:endParaRPr lang="ru-RU"/>
          </a:p>
        </p:txBody>
      </p:sp>
      <p:sp>
        <p:nvSpPr>
          <p:cNvPr id="990961626" name="Рисунок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ru-RU"/>
          </a:p>
        </p:txBody>
      </p:sp>
      <p:sp>
        <p:nvSpPr>
          <p:cNvPr id="624078555" name="Заметка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1974714584" name="Нижний колонтитул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157146637" name="Номер слайда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3136921" name="Рисунок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71720780" name="Текст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ru-RU">
              <a:latin typeface="Arial"/>
              <a:cs typeface="Arial"/>
            </a:endParaRPr>
          </a:p>
        </p:txBody>
      </p:sp>
      <p:sp>
        <p:nvSpPr>
          <p:cNvPr id="1350442283" name="Номер слайда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ru-RU"/>
              <a:t>1</a:t>
            </a:fld>
            <a:endParaRPr lang="ru-RU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36DF42E-5574-2092-7AFA-235D4BADCA8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78DF7D8-EBC0-C796-9E05-5F1BB481329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36AE824-CCCE-54FC-469C-5BF6C44A6B1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Титуль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7686231" name="Заголовок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1791870775" name="Подзаголовок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ru-RU"/>
              <a:t>Образец подзаголовка</a:t>
            </a:r>
            <a:endParaRPr lang="ru-RU"/>
          </a:p>
        </p:txBody>
      </p:sp>
      <p:sp>
        <p:nvSpPr>
          <p:cNvPr id="467113958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2050578972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821180225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2416083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476172892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1175947400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725516116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1219842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Заголовок раздел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2075036" name="Заголовок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1484844497" name="Текст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51958988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1757076999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2089843085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8873969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1133778392" name="Объект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790523546" name="Объект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379734328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1671684964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48360305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0358866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778328329" name="Текст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891671495" name="Объект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1865216575" name="Текст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681550352" name="Объект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1306504156" name="Дата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2064836641" name="Нижний колонтитул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151627724" name="Номер слайда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Только заголов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67436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1764806337" name="Дата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1916047672" name="Нижний колонтитул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850686679" name="Номер слайда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770969" name="Дата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581237273" name="Нижний колонтитул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96240774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2284234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1400765671" name="Объект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1035366443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115959218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2107296954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856478588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3998863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1788340907" name="Рисунок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ru-RU"/>
              <a:t>Нажмите, чтобы добавить изображение</a:t>
            </a:r>
            <a:endParaRPr lang="ru-RU"/>
          </a:p>
        </p:txBody>
      </p:sp>
      <p:sp>
        <p:nvSpPr>
          <p:cNvPr id="1029962029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56767291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1040284352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211150763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Заголовок и вертикальный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5751339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1740717904" name="Вертикальный текст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436677579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260222782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70396793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Вертикальный заголовок и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9047818" name="Вертикальный заголовок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81106022" name="Вертикальный текст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428679511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1222422598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339036771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4099764" name="Заголовок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1622377372" name="Текст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3485448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2111387964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92348107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5339850" name=""/>
          <p:cNvSpPr txBox="1"/>
          <p:nvPr/>
        </p:nvSpPr>
        <p:spPr bwMode="auto">
          <a:xfrm rot="0" flipH="0" flipV="0">
            <a:off x="717697" y="424380"/>
            <a:ext cx="1263639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/>
              <a:t>task_4-2-1</a:t>
            </a:r>
            <a:endParaRPr/>
          </a:p>
        </p:txBody>
      </p:sp>
      <p:sp>
        <p:nvSpPr>
          <p:cNvPr id="841822256" name=""/>
          <p:cNvSpPr/>
          <p:nvPr/>
        </p:nvSpPr>
        <p:spPr bwMode="auto">
          <a:xfrm rot="0" flipH="0" flipV="0">
            <a:off x="4113346" y="46360"/>
            <a:ext cx="1360884" cy="625078"/>
          </a:xfrm>
          <a:prstGeom prst="flowChartTermina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/>
              <a:t>Начало</a:t>
            </a:r>
            <a:endParaRPr/>
          </a:p>
        </p:txBody>
      </p:sp>
      <p:sp>
        <p:nvSpPr>
          <p:cNvPr id="1128048949" name=""/>
          <p:cNvSpPr/>
          <p:nvPr/>
        </p:nvSpPr>
        <p:spPr bwMode="auto">
          <a:xfrm rot="0" flipH="0" flipV="0">
            <a:off x="3896652" y="1354335"/>
            <a:ext cx="1577577" cy="416718"/>
          </a:xfrm>
          <a:prstGeom prst="flowChartInputOutp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sz="1800"/>
              <a:t>Ввод </a:t>
            </a:r>
            <a:r>
              <a:rPr lang="en-US" sz="1800"/>
              <a:t>N</a:t>
            </a:r>
            <a:endParaRPr sz="1800"/>
          </a:p>
        </p:txBody>
      </p:sp>
      <p:sp>
        <p:nvSpPr>
          <p:cNvPr id="278077977" name=""/>
          <p:cNvSpPr/>
          <p:nvPr/>
        </p:nvSpPr>
        <p:spPr bwMode="auto">
          <a:xfrm rot="0" flipH="0" flipV="0">
            <a:off x="3791282" y="2500312"/>
            <a:ext cx="1945481" cy="565546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sz="1800"/>
              <a:t>N &lt; 0 ?</a:t>
            </a:r>
            <a:endParaRPr sz="1200"/>
          </a:p>
        </p:txBody>
      </p:sp>
      <p:sp>
        <p:nvSpPr>
          <p:cNvPr id="447245436" name=""/>
          <p:cNvSpPr/>
          <p:nvPr/>
        </p:nvSpPr>
        <p:spPr bwMode="auto">
          <a:xfrm rot="0" flipH="0" flipV="0">
            <a:off x="7294101" y="2559843"/>
            <a:ext cx="1562695" cy="506015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/>
              <a:t>F = 1/n i = 1</a:t>
            </a:r>
            <a:endParaRPr/>
          </a:p>
        </p:txBody>
      </p:sp>
      <p:sp>
        <p:nvSpPr>
          <p:cNvPr id="1606122075" name=""/>
          <p:cNvSpPr/>
          <p:nvPr/>
        </p:nvSpPr>
        <p:spPr bwMode="auto">
          <a:xfrm rot="0" flipH="0" flipV="0">
            <a:off x="6961321" y="3661171"/>
            <a:ext cx="2243137" cy="580429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/>
              <a:t>i &lt;= N?</a:t>
            </a:r>
            <a:endParaRPr/>
          </a:p>
        </p:txBody>
      </p:sp>
      <p:sp>
        <p:nvSpPr>
          <p:cNvPr id="1686433161" name=""/>
          <p:cNvSpPr/>
          <p:nvPr/>
        </p:nvSpPr>
        <p:spPr bwMode="auto">
          <a:xfrm rot="0" flipH="0" flipV="0">
            <a:off x="9318164" y="4598789"/>
            <a:ext cx="1539478" cy="446484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/>
              <a:t>F = F*i</a:t>
            </a:r>
            <a:endParaRPr/>
          </a:p>
        </p:txBody>
      </p:sp>
      <p:sp>
        <p:nvSpPr>
          <p:cNvPr id="367004713" name=""/>
          <p:cNvSpPr/>
          <p:nvPr/>
        </p:nvSpPr>
        <p:spPr bwMode="auto">
          <a:xfrm rot="0" flipH="0" flipV="0">
            <a:off x="10508788" y="5670351"/>
            <a:ext cx="1271587" cy="446484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/>
              <a:t>i = i + 1</a:t>
            </a:r>
            <a:endParaRPr/>
          </a:p>
        </p:txBody>
      </p:sp>
      <p:sp>
        <p:nvSpPr>
          <p:cNvPr id="281393633" name=""/>
          <p:cNvSpPr/>
          <p:nvPr/>
        </p:nvSpPr>
        <p:spPr bwMode="auto">
          <a:xfrm rot="0" flipH="0" flipV="0">
            <a:off x="4428267" y="4926210"/>
            <a:ext cx="2091927" cy="595312"/>
          </a:xfrm>
          <a:prstGeom prst="flowChartInputOutp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/>
              <a:t>Вывод </a:t>
            </a:r>
            <a:r>
              <a:rPr lang="en-US"/>
              <a:t>F</a:t>
            </a:r>
            <a:endParaRPr/>
          </a:p>
        </p:txBody>
      </p:sp>
      <p:sp>
        <p:nvSpPr>
          <p:cNvPr id="495353153" name=""/>
          <p:cNvSpPr/>
          <p:nvPr/>
        </p:nvSpPr>
        <p:spPr bwMode="auto">
          <a:xfrm rot="0" flipH="0" flipV="0">
            <a:off x="1981337" y="6027539"/>
            <a:ext cx="1434898" cy="599407"/>
          </a:xfrm>
          <a:prstGeom prst="flowChartTermina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/>
              <a:t>Конец</a:t>
            </a:r>
            <a:endParaRPr/>
          </a:p>
        </p:txBody>
      </p:sp>
      <p:sp>
        <p:nvSpPr>
          <p:cNvPr id="1887343058" name=""/>
          <p:cNvSpPr/>
          <p:nvPr/>
        </p:nvSpPr>
        <p:spPr bwMode="auto">
          <a:xfrm rot="0" flipH="0" flipV="0">
            <a:off x="611718" y="4271366"/>
            <a:ext cx="2902148" cy="773906"/>
          </a:xfrm>
          <a:prstGeom prst="flowChartInputOutp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/>
              <a:t>Факториал не определён</a:t>
            </a:r>
            <a:endParaRPr/>
          </a:p>
        </p:txBody>
      </p:sp>
      <p:cxnSp>
        <p:nvCxnSpPr>
          <p:cNvPr id="285417814" name=""/>
          <p:cNvCxnSpPr>
            <a:stCxn id="841822256" idx="2"/>
          </p:cNvCxnSpPr>
          <p:nvPr/>
        </p:nvCxnSpPr>
        <p:spPr bwMode="auto">
          <a:xfrm rot="5400000" flipH="0" flipV="0">
            <a:off x="4489547" y="968238"/>
            <a:ext cx="593600" cy="0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7882130" name=""/>
          <p:cNvCxnSpPr/>
          <p:nvPr/>
        </p:nvCxnSpPr>
        <p:spPr bwMode="auto">
          <a:xfrm flipH="0" flipV="0">
            <a:off x="4764023" y="1830585"/>
            <a:ext cx="0" cy="565546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014093" name=""/>
          <p:cNvCxnSpPr>
            <a:stCxn id="278077977" idx="3"/>
          </p:cNvCxnSpPr>
          <p:nvPr/>
        </p:nvCxnSpPr>
        <p:spPr bwMode="auto">
          <a:xfrm rot="0" flipH="0" flipV="0">
            <a:off x="5736763" y="2783085"/>
            <a:ext cx="1468040" cy="0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1880863" name=""/>
          <p:cNvCxnSpPr/>
          <p:nvPr/>
        </p:nvCxnSpPr>
        <p:spPr bwMode="auto">
          <a:xfrm flipH="1" flipV="0">
            <a:off x="8082890" y="3140273"/>
            <a:ext cx="0" cy="416718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574074" name=""/>
          <p:cNvCxnSpPr>
            <a:stCxn id="1606122075" idx="2"/>
          </p:cNvCxnSpPr>
          <p:nvPr/>
        </p:nvCxnSpPr>
        <p:spPr bwMode="auto">
          <a:xfrm rot="5400000" flipH="0" flipV="1">
            <a:off x="8328456" y="3996034"/>
            <a:ext cx="595312" cy="1086445"/>
          </a:xfrm>
          <a:prstGeom prst="bentConnector2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1162499" name=""/>
          <p:cNvCxnSpPr/>
          <p:nvPr/>
        </p:nvCxnSpPr>
        <p:spPr bwMode="auto">
          <a:xfrm flipH="0" flipV="0">
            <a:off x="9526523" y="5064323"/>
            <a:ext cx="914399" cy="914400"/>
          </a:xfrm>
          <a:prstGeom prst="bentConnector5">
            <a:avLst>
              <a:gd name="adj1" fmla="val 50000"/>
              <a:gd name="adj2" fmla="val 50000"/>
              <a:gd name="adj3" fmla="val 50000"/>
            </a:avLst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6867833" name=""/>
          <p:cNvCxnSpPr/>
          <p:nvPr/>
        </p:nvCxnSpPr>
        <p:spPr bwMode="auto">
          <a:xfrm flipH="0" flipV="1">
            <a:off x="11565468" y="4018359"/>
            <a:ext cx="0" cy="1529655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0438369" name=""/>
          <p:cNvCxnSpPr>
            <a:endCxn id="1606122075" idx="3"/>
          </p:cNvCxnSpPr>
          <p:nvPr/>
        </p:nvCxnSpPr>
        <p:spPr bwMode="auto">
          <a:xfrm rot="10800000" flipH="0" flipV="0">
            <a:off x="9204459" y="3951386"/>
            <a:ext cx="2316360" cy="37206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9384937" name=""/>
          <p:cNvCxnSpPr>
            <a:stCxn id="1606122075" idx="1"/>
          </p:cNvCxnSpPr>
          <p:nvPr/>
        </p:nvCxnSpPr>
        <p:spPr bwMode="auto">
          <a:xfrm rot="10800000" flipH="0" flipV="0">
            <a:off x="5716523" y="3947665"/>
            <a:ext cx="1244798" cy="0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4063410" name=""/>
          <p:cNvCxnSpPr/>
          <p:nvPr/>
        </p:nvCxnSpPr>
        <p:spPr bwMode="auto">
          <a:xfrm flipH="1" flipV="0">
            <a:off x="5761171" y="3951386"/>
            <a:ext cx="0" cy="914399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5781760" name=""/>
          <p:cNvCxnSpPr/>
          <p:nvPr/>
        </p:nvCxnSpPr>
        <p:spPr bwMode="auto">
          <a:xfrm flipH="1" flipV="0">
            <a:off x="5389101" y="5566171"/>
            <a:ext cx="0" cy="761070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5216106" name=""/>
          <p:cNvCxnSpPr/>
          <p:nvPr/>
        </p:nvCxnSpPr>
        <p:spPr bwMode="auto">
          <a:xfrm flipH="1" flipV="1">
            <a:off x="3513867" y="6265663"/>
            <a:ext cx="1845468" cy="0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7940928" name=""/>
          <p:cNvCxnSpPr/>
          <p:nvPr/>
        </p:nvCxnSpPr>
        <p:spPr bwMode="auto">
          <a:xfrm flipH="0" flipV="0">
            <a:off x="2159530" y="5119687"/>
            <a:ext cx="0" cy="773906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1189128" name=""/>
          <p:cNvCxnSpPr>
            <a:stCxn id="278077977" idx="1"/>
          </p:cNvCxnSpPr>
          <p:nvPr/>
        </p:nvCxnSpPr>
        <p:spPr bwMode="auto">
          <a:xfrm rot="10800000" flipH="0" flipV="0">
            <a:off x="2070234" y="2775644"/>
            <a:ext cx="1721048" cy="0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4395900" name=""/>
          <p:cNvCxnSpPr/>
          <p:nvPr/>
        </p:nvCxnSpPr>
        <p:spPr bwMode="auto">
          <a:xfrm flipH="0" flipV="0">
            <a:off x="2114882" y="2753319"/>
            <a:ext cx="0" cy="1413866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6270960" name=""/>
          <p:cNvSpPr txBox="1"/>
          <p:nvPr/>
        </p:nvSpPr>
        <p:spPr bwMode="auto">
          <a:xfrm rot="0" flipH="0" flipV="0">
            <a:off x="3618046" y="2396132"/>
            <a:ext cx="444120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да</a:t>
            </a:r>
            <a:endParaRPr/>
          </a:p>
        </p:txBody>
      </p:sp>
      <p:sp>
        <p:nvSpPr>
          <p:cNvPr id="1547298939" name=""/>
          <p:cNvSpPr txBox="1"/>
          <p:nvPr/>
        </p:nvSpPr>
        <p:spPr bwMode="auto">
          <a:xfrm rot="0" flipH="0" flipV="0">
            <a:off x="5554322" y="2409524"/>
            <a:ext cx="541677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нет</a:t>
            </a:r>
            <a:endParaRPr/>
          </a:p>
        </p:txBody>
      </p:sp>
      <p:sp>
        <p:nvSpPr>
          <p:cNvPr id="414928202" name=""/>
          <p:cNvSpPr txBox="1"/>
          <p:nvPr/>
        </p:nvSpPr>
        <p:spPr bwMode="auto">
          <a:xfrm rot="0" flipH="0" flipV="0">
            <a:off x="6752423" y="3556991"/>
            <a:ext cx="541677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нет</a:t>
            </a:r>
            <a:endParaRPr/>
          </a:p>
        </p:txBody>
      </p:sp>
      <p:sp>
        <p:nvSpPr>
          <p:cNvPr id="988927553" name=""/>
          <p:cNvSpPr txBox="1"/>
          <p:nvPr/>
        </p:nvSpPr>
        <p:spPr bwMode="auto">
          <a:xfrm rot="0" flipH="0" flipV="0">
            <a:off x="9125508" y="3585266"/>
            <a:ext cx="444840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да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9031114" name=""/>
          <p:cNvSpPr txBox="1"/>
          <p:nvPr/>
        </p:nvSpPr>
        <p:spPr bwMode="auto">
          <a:xfrm rot="0" flipH="0" flipV="0">
            <a:off x="358710" y="312539"/>
            <a:ext cx="1327151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/>
              <a:t>task _4-2-</a:t>
            </a:r>
            <a:r>
              <a:rPr lang="ru-RU"/>
              <a:t>2</a:t>
            </a:r>
            <a:endParaRPr/>
          </a:p>
        </p:txBody>
      </p:sp>
      <p:sp>
        <p:nvSpPr>
          <p:cNvPr id="1738414737" name=""/>
          <p:cNvSpPr/>
          <p:nvPr/>
        </p:nvSpPr>
        <p:spPr bwMode="auto">
          <a:xfrm rot="0" flipH="0" flipV="0">
            <a:off x="3528749" y="136363"/>
            <a:ext cx="1547812" cy="542295"/>
          </a:xfrm>
          <a:prstGeom prst="flowChartTermina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/>
              <a:t>Начало</a:t>
            </a:r>
            <a:endParaRPr/>
          </a:p>
        </p:txBody>
      </p:sp>
      <p:sp>
        <p:nvSpPr>
          <p:cNvPr id="597089513" name=""/>
          <p:cNvSpPr/>
          <p:nvPr/>
        </p:nvSpPr>
        <p:spPr bwMode="auto">
          <a:xfrm rot="0" flipH="0" flipV="0">
            <a:off x="588858" y="5523976"/>
            <a:ext cx="1898094" cy="773906"/>
          </a:xfrm>
          <a:prstGeom prst="flowChartTermina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/>
              <a:t>Конец</a:t>
            </a:r>
            <a:endParaRPr/>
          </a:p>
        </p:txBody>
      </p:sp>
      <p:sp>
        <p:nvSpPr>
          <p:cNvPr id="1401248047" name=""/>
          <p:cNvSpPr/>
          <p:nvPr/>
        </p:nvSpPr>
        <p:spPr bwMode="auto">
          <a:xfrm rot="0" flipH="0" flipV="0">
            <a:off x="3379921" y="1250156"/>
            <a:ext cx="1845468" cy="580429"/>
          </a:xfrm>
          <a:prstGeom prst="flowChartInputOutp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/>
              <a:t>Ввод</a:t>
            </a:r>
            <a:r>
              <a:rPr/>
              <a:t> </a:t>
            </a:r>
            <a:r>
              <a:rPr lang="en-US"/>
              <a:t>N</a:t>
            </a:r>
            <a:endParaRPr/>
          </a:p>
        </p:txBody>
      </p:sp>
      <p:sp>
        <p:nvSpPr>
          <p:cNvPr id="1833452346" name=""/>
          <p:cNvSpPr/>
          <p:nvPr/>
        </p:nvSpPr>
        <p:spPr bwMode="auto">
          <a:xfrm rot="0" flipH="0" flipV="0">
            <a:off x="3990116" y="5576065"/>
            <a:ext cx="1881782" cy="669726"/>
          </a:xfrm>
          <a:prstGeom prst="flowChartInputOutp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/>
              <a:t>B</a:t>
            </a:r>
            <a:r>
              <a:rPr/>
              <a:t>ывод</a:t>
            </a:r>
            <a:r>
              <a:rPr lang="en-US"/>
              <a:t> S</a:t>
            </a:r>
            <a:endParaRPr/>
          </a:p>
        </p:txBody>
      </p:sp>
      <p:sp>
        <p:nvSpPr>
          <p:cNvPr id="2141836418" name=""/>
          <p:cNvSpPr/>
          <p:nvPr/>
        </p:nvSpPr>
        <p:spPr bwMode="auto">
          <a:xfrm rot="0" flipH="0" flipV="0">
            <a:off x="3436178" y="2545984"/>
            <a:ext cx="1732954" cy="699491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/>
              <a:t>N &lt; 1?</a:t>
            </a:r>
            <a:endParaRPr/>
          </a:p>
        </p:txBody>
      </p:sp>
      <p:sp>
        <p:nvSpPr>
          <p:cNvPr id="1542076050" name=""/>
          <p:cNvSpPr/>
          <p:nvPr/>
        </p:nvSpPr>
        <p:spPr bwMode="auto">
          <a:xfrm rot="0" flipH="0" flipV="0">
            <a:off x="6173901" y="3795730"/>
            <a:ext cx="1937265" cy="520898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/>
              <a:t>i &lt;= N?</a:t>
            </a:r>
            <a:endParaRPr/>
          </a:p>
        </p:txBody>
      </p:sp>
      <p:sp>
        <p:nvSpPr>
          <p:cNvPr id="1929350829" name=""/>
          <p:cNvSpPr/>
          <p:nvPr/>
        </p:nvSpPr>
        <p:spPr bwMode="auto">
          <a:xfrm rot="0" flipH="0" flipV="0">
            <a:off x="6387678" y="2621422"/>
            <a:ext cx="1509712" cy="548615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/>
              <a:t>S = 0/n i = 1</a:t>
            </a:r>
            <a:endParaRPr/>
          </a:p>
        </p:txBody>
      </p:sp>
      <p:sp>
        <p:nvSpPr>
          <p:cNvPr id="1415995898" name=""/>
          <p:cNvSpPr/>
          <p:nvPr/>
        </p:nvSpPr>
        <p:spPr bwMode="auto">
          <a:xfrm rot="0" flipH="0" flipV="0">
            <a:off x="8135873" y="4911328"/>
            <a:ext cx="1613891" cy="612648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/>
              <a:t>S = S*i</a:t>
            </a:r>
            <a:endParaRPr/>
          </a:p>
        </p:txBody>
      </p:sp>
      <p:sp>
        <p:nvSpPr>
          <p:cNvPr id="230031446" name=""/>
          <p:cNvSpPr/>
          <p:nvPr/>
        </p:nvSpPr>
        <p:spPr bwMode="auto">
          <a:xfrm rot="0" flipH="0" flipV="0">
            <a:off x="9839062" y="6012655"/>
            <a:ext cx="1459586" cy="476249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/>
              <a:t>i = i + 1</a:t>
            </a:r>
            <a:endParaRPr/>
          </a:p>
        </p:txBody>
      </p:sp>
      <p:sp>
        <p:nvSpPr>
          <p:cNvPr id="80178618" name=""/>
          <p:cNvSpPr/>
          <p:nvPr/>
        </p:nvSpPr>
        <p:spPr bwMode="auto">
          <a:xfrm rot="0" flipH="0" flipV="0">
            <a:off x="167815" y="3744253"/>
            <a:ext cx="3202015" cy="884300"/>
          </a:xfrm>
          <a:prstGeom prst="flowChartInputOutp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/>
              <a:t>Ошибка: </a:t>
            </a:r>
            <a:r>
              <a:rPr lang="en-US"/>
              <a:t>N &gt;= 1</a:t>
            </a:r>
            <a:endParaRPr/>
          </a:p>
        </p:txBody>
      </p:sp>
      <p:cxnSp>
        <p:nvCxnSpPr>
          <p:cNvPr id="419384663" name=""/>
          <p:cNvCxnSpPr>
            <a:stCxn id="1738414737" idx="2"/>
            <a:endCxn id="1401248047" idx="1"/>
          </p:cNvCxnSpPr>
          <p:nvPr/>
        </p:nvCxnSpPr>
        <p:spPr bwMode="auto">
          <a:xfrm rot="5400000" flipH="0" flipV="0">
            <a:off x="4016907" y="964407"/>
            <a:ext cx="571497" cy="0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2310258" name=""/>
          <p:cNvCxnSpPr>
            <a:stCxn id="1401248047" idx="4"/>
          </p:cNvCxnSpPr>
          <p:nvPr/>
        </p:nvCxnSpPr>
        <p:spPr bwMode="auto">
          <a:xfrm rot="5400000" flipH="0" flipV="1">
            <a:off x="4012441" y="2128241"/>
            <a:ext cx="595312" cy="0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2024960" name=""/>
          <p:cNvCxnSpPr>
            <a:stCxn id="2141836418" idx="3"/>
          </p:cNvCxnSpPr>
          <p:nvPr/>
        </p:nvCxnSpPr>
        <p:spPr bwMode="auto">
          <a:xfrm rot="0" flipH="0" flipV="0">
            <a:off x="5169133" y="2898939"/>
            <a:ext cx="1112936" cy="0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7561460" name=""/>
          <p:cNvCxnSpPr/>
          <p:nvPr/>
        </p:nvCxnSpPr>
        <p:spPr bwMode="auto">
          <a:xfrm flipH="0" flipV="0">
            <a:off x="7115507" y="3244452"/>
            <a:ext cx="0" cy="401835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5751187" name=""/>
          <p:cNvCxnSpPr>
            <a:stCxn id="1542076050" idx="2"/>
          </p:cNvCxnSpPr>
          <p:nvPr/>
        </p:nvCxnSpPr>
        <p:spPr bwMode="auto">
          <a:xfrm rot="5400000" flipH="0" flipV="1">
            <a:off x="6690285" y="4770247"/>
            <a:ext cx="907238" cy="0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9660129" name=""/>
          <p:cNvCxnSpPr/>
          <p:nvPr/>
        </p:nvCxnSpPr>
        <p:spPr bwMode="auto">
          <a:xfrm flipH="0" flipV="0">
            <a:off x="7130390" y="5179218"/>
            <a:ext cx="914400" cy="0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6921278" name=""/>
          <p:cNvCxnSpPr/>
          <p:nvPr/>
        </p:nvCxnSpPr>
        <p:spPr bwMode="auto">
          <a:xfrm flipH="0" flipV="0">
            <a:off x="8901444" y="5640585"/>
            <a:ext cx="0" cy="657296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623624" name=""/>
          <p:cNvCxnSpPr/>
          <p:nvPr/>
        </p:nvCxnSpPr>
        <p:spPr bwMode="auto">
          <a:xfrm flipH="0" flipV="0">
            <a:off x="8901444" y="6354960"/>
            <a:ext cx="848320" cy="0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6273008" name=""/>
          <p:cNvCxnSpPr/>
          <p:nvPr/>
        </p:nvCxnSpPr>
        <p:spPr bwMode="auto">
          <a:xfrm flipH="0" flipV="1">
            <a:off x="10538554" y="4056179"/>
            <a:ext cx="0" cy="1882062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4960786" name=""/>
          <p:cNvCxnSpPr/>
          <p:nvPr/>
        </p:nvCxnSpPr>
        <p:spPr bwMode="auto">
          <a:xfrm flipH="1" flipV="1">
            <a:off x="8276366" y="4077890"/>
            <a:ext cx="2128241" cy="0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1260139" name=""/>
          <p:cNvCxnSpPr>
            <a:stCxn id="1542076050" idx="1"/>
          </p:cNvCxnSpPr>
          <p:nvPr/>
        </p:nvCxnSpPr>
        <p:spPr bwMode="auto">
          <a:xfrm rot="10800000" flipH="0" flipV="1">
            <a:off x="5002148" y="4056179"/>
            <a:ext cx="1171753" cy="21710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6909677" name=""/>
          <p:cNvCxnSpPr/>
          <p:nvPr/>
        </p:nvCxnSpPr>
        <p:spPr bwMode="auto">
          <a:xfrm flipH="0" flipV="0">
            <a:off x="5017030" y="4134620"/>
            <a:ext cx="0" cy="1389354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4737150" name=""/>
          <p:cNvCxnSpPr>
            <a:stCxn id="1833452346" idx="2"/>
          </p:cNvCxnSpPr>
          <p:nvPr/>
        </p:nvCxnSpPr>
        <p:spPr bwMode="auto">
          <a:xfrm rot="10800000" flipH="0" flipV="0">
            <a:off x="2561366" y="5909702"/>
            <a:ext cx="1616928" cy="0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7712136" name=""/>
          <p:cNvCxnSpPr/>
          <p:nvPr/>
        </p:nvCxnSpPr>
        <p:spPr bwMode="auto">
          <a:xfrm flipH="1" flipV="0">
            <a:off x="1489804" y="4554140"/>
            <a:ext cx="0" cy="914400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9298272" name=""/>
          <p:cNvCxnSpPr>
            <a:stCxn id="2141836418" idx="1"/>
          </p:cNvCxnSpPr>
          <p:nvPr/>
        </p:nvCxnSpPr>
        <p:spPr bwMode="auto">
          <a:xfrm rot="10800000" flipH="0" flipV="1">
            <a:off x="1579101" y="2898939"/>
            <a:ext cx="1857077" cy="0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1268898" name=""/>
          <p:cNvCxnSpPr/>
          <p:nvPr/>
        </p:nvCxnSpPr>
        <p:spPr bwMode="auto">
          <a:xfrm flipH="1" flipV="0">
            <a:off x="1608867" y="2961679"/>
            <a:ext cx="0" cy="684609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02712259" name=""/>
          <p:cNvSpPr txBox="1"/>
          <p:nvPr/>
        </p:nvSpPr>
        <p:spPr bwMode="auto">
          <a:xfrm rot="0" flipH="0" flipV="0">
            <a:off x="3127735" y="2545984"/>
            <a:ext cx="444840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ru-RU"/>
              <a:t>да</a:t>
            </a:r>
            <a:endParaRPr/>
          </a:p>
        </p:txBody>
      </p:sp>
      <p:sp>
        <p:nvSpPr>
          <p:cNvPr id="557377438" name=""/>
          <p:cNvSpPr txBox="1"/>
          <p:nvPr/>
        </p:nvSpPr>
        <p:spPr bwMode="auto">
          <a:xfrm rot="0" flipH="0" flipV="0">
            <a:off x="5106327" y="2574726"/>
            <a:ext cx="541677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нет</a:t>
            </a:r>
            <a:endParaRPr/>
          </a:p>
        </p:txBody>
      </p:sp>
      <p:sp>
        <p:nvSpPr>
          <p:cNvPr id="1501095323" name=""/>
          <p:cNvSpPr txBox="1"/>
          <p:nvPr/>
        </p:nvSpPr>
        <p:spPr bwMode="auto">
          <a:xfrm rot="0" flipH="0" flipV="0">
            <a:off x="6118359" y="3795117"/>
            <a:ext cx="914400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1760450112" name=""/>
          <p:cNvSpPr txBox="1"/>
          <p:nvPr/>
        </p:nvSpPr>
        <p:spPr bwMode="auto">
          <a:xfrm rot="0" flipH="0" flipV="0">
            <a:off x="5740392" y="3705820"/>
            <a:ext cx="541677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нет</a:t>
            </a:r>
            <a:endParaRPr/>
          </a:p>
        </p:txBody>
      </p:sp>
      <p:sp>
        <p:nvSpPr>
          <p:cNvPr id="1060994731" name=""/>
          <p:cNvSpPr txBox="1"/>
          <p:nvPr/>
        </p:nvSpPr>
        <p:spPr bwMode="auto">
          <a:xfrm rot="0" flipH="0" flipV="0">
            <a:off x="8111167" y="3705820"/>
            <a:ext cx="444120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да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0537243" name=""/>
          <p:cNvSpPr txBox="1"/>
          <p:nvPr/>
        </p:nvSpPr>
        <p:spPr bwMode="auto">
          <a:xfrm rot="0" flipH="0" flipV="0">
            <a:off x="10270663" y="154407"/>
            <a:ext cx="1263639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/>
              <a:t>task_4-2-</a:t>
            </a:r>
            <a:r>
              <a:rPr lang="ru-RU"/>
              <a:t>3</a:t>
            </a:r>
            <a:endParaRPr/>
          </a:p>
        </p:txBody>
      </p:sp>
      <p:sp>
        <p:nvSpPr>
          <p:cNvPr id="1888368230" name=""/>
          <p:cNvSpPr/>
          <p:nvPr/>
        </p:nvSpPr>
        <p:spPr bwMode="auto">
          <a:xfrm rot="0" flipH="0" flipV="0">
            <a:off x="352162" y="99713"/>
            <a:ext cx="1435298" cy="465833"/>
          </a:xfrm>
          <a:prstGeom prst="flowChartTermina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/>
              <a:t>начало</a:t>
            </a:r>
            <a:endParaRPr/>
          </a:p>
        </p:txBody>
      </p:sp>
      <p:sp>
        <p:nvSpPr>
          <p:cNvPr id="1164397202" name=""/>
          <p:cNvSpPr/>
          <p:nvPr/>
        </p:nvSpPr>
        <p:spPr bwMode="auto">
          <a:xfrm rot="0" flipH="0" flipV="0">
            <a:off x="2639084" y="49856"/>
            <a:ext cx="1731882" cy="465833"/>
          </a:xfrm>
          <a:prstGeom prst="flowChartInputOutp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/>
              <a:t>Ввод</a:t>
            </a:r>
            <a:r>
              <a:rPr lang="en-US"/>
              <a:t> N</a:t>
            </a:r>
            <a:endParaRPr/>
          </a:p>
        </p:txBody>
      </p:sp>
      <p:sp>
        <p:nvSpPr>
          <p:cNvPr id="1315524855" name=""/>
          <p:cNvSpPr/>
          <p:nvPr/>
        </p:nvSpPr>
        <p:spPr bwMode="auto">
          <a:xfrm rot="0" flipH="0" flipV="0">
            <a:off x="2351608" y="885527"/>
            <a:ext cx="2306835" cy="476249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/>
              <a:t>N &gt; 0 ?</a:t>
            </a:r>
            <a:endParaRPr/>
          </a:p>
        </p:txBody>
      </p:sp>
      <p:sp>
        <p:nvSpPr>
          <p:cNvPr id="356404540" name=""/>
          <p:cNvSpPr/>
          <p:nvPr/>
        </p:nvSpPr>
        <p:spPr bwMode="auto">
          <a:xfrm rot="0" flipH="0" flipV="0">
            <a:off x="5731405" y="748606"/>
            <a:ext cx="3146821" cy="558105"/>
          </a:xfrm>
          <a:prstGeom prst="flowChartInputOutp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/>
              <a:t>Ввод первого числа</a:t>
            </a:r>
            <a:r>
              <a:rPr lang="en-US"/>
              <a:t> X</a:t>
            </a:r>
            <a:endParaRPr/>
          </a:p>
        </p:txBody>
      </p:sp>
      <p:sp>
        <p:nvSpPr>
          <p:cNvPr id="157566116" name=""/>
          <p:cNvSpPr/>
          <p:nvPr/>
        </p:nvSpPr>
        <p:spPr bwMode="auto">
          <a:xfrm rot="0" flipH="0" flipV="0">
            <a:off x="6600264" y="1637109"/>
            <a:ext cx="1451967" cy="431601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/>
              <a:t>max = X</a:t>
            </a:r>
            <a:endParaRPr/>
          </a:p>
        </p:txBody>
      </p:sp>
      <p:sp>
        <p:nvSpPr>
          <p:cNvPr id="1613153528" name=""/>
          <p:cNvSpPr/>
          <p:nvPr/>
        </p:nvSpPr>
        <p:spPr bwMode="auto">
          <a:xfrm rot="0" flipH="0" flipV="0">
            <a:off x="6557402" y="2396132"/>
            <a:ext cx="1494829" cy="452437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/>
              <a:t>i = 2</a:t>
            </a:r>
            <a:endParaRPr/>
          </a:p>
        </p:txBody>
      </p:sp>
      <p:sp>
        <p:nvSpPr>
          <p:cNvPr id="713335431" name=""/>
          <p:cNvSpPr/>
          <p:nvPr/>
        </p:nvSpPr>
        <p:spPr bwMode="auto">
          <a:xfrm rot="0" flipH="0" flipV="0">
            <a:off x="6176550" y="3266777"/>
            <a:ext cx="2299394" cy="482619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/>
              <a:t>i &lt;= N?</a:t>
            </a:r>
            <a:endParaRPr/>
          </a:p>
        </p:txBody>
      </p:sp>
      <p:sp>
        <p:nvSpPr>
          <p:cNvPr id="2029030244" name=""/>
          <p:cNvSpPr/>
          <p:nvPr/>
        </p:nvSpPr>
        <p:spPr bwMode="auto">
          <a:xfrm rot="0" flipH="0" flipV="0">
            <a:off x="3729221" y="4772060"/>
            <a:ext cx="2425898" cy="550663"/>
          </a:xfrm>
          <a:prstGeom prst="flowChartInputOutp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/>
              <a:t>Вывод </a:t>
            </a:r>
            <a:r>
              <a:rPr lang="en-US"/>
              <a:t>max</a:t>
            </a:r>
            <a:endParaRPr/>
          </a:p>
        </p:txBody>
      </p:sp>
      <p:sp>
        <p:nvSpPr>
          <p:cNvPr id="1611757156" name=""/>
          <p:cNvSpPr/>
          <p:nvPr/>
        </p:nvSpPr>
        <p:spPr bwMode="auto">
          <a:xfrm rot="0" flipH="0" flipV="0">
            <a:off x="893092" y="4801826"/>
            <a:ext cx="1458515" cy="491132"/>
          </a:xfrm>
          <a:prstGeom prst="flowChartTermina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/>
              <a:t>конец</a:t>
            </a:r>
            <a:endParaRPr/>
          </a:p>
        </p:txBody>
      </p:sp>
      <p:sp>
        <p:nvSpPr>
          <p:cNvPr id="693367651" name=""/>
          <p:cNvSpPr/>
          <p:nvPr/>
        </p:nvSpPr>
        <p:spPr bwMode="auto">
          <a:xfrm rot="0" flipH="0" flipV="0">
            <a:off x="239648" y="2738437"/>
            <a:ext cx="3095624" cy="1056679"/>
          </a:xfrm>
          <a:prstGeom prst="flowChartInputOutp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/>
              <a:t>Ошибка: </a:t>
            </a:r>
            <a:r>
              <a:rPr lang="en-US"/>
              <a:t>N &lt; 0</a:t>
            </a:r>
            <a:endParaRPr/>
          </a:p>
        </p:txBody>
      </p:sp>
      <p:sp>
        <p:nvSpPr>
          <p:cNvPr id="2020591714" name=""/>
          <p:cNvSpPr/>
          <p:nvPr/>
        </p:nvSpPr>
        <p:spPr bwMode="auto">
          <a:xfrm rot="0" flipH="0" flipV="0">
            <a:off x="6386249" y="5953124"/>
            <a:ext cx="1360884" cy="612648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/>
              <a:t>max = X</a:t>
            </a:r>
            <a:endParaRPr/>
          </a:p>
        </p:txBody>
      </p:sp>
      <p:sp>
        <p:nvSpPr>
          <p:cNvPr id="1417732363" name=""/>
          <p:cNvSpPr/>
          <p:nvPr/>
        </p:nvSpPr>
        <p:spPr bwMode="auto">
          <a:xfrm rot="0" flipH="0" flipV="0">
            <a:off x="10343292" y="6108167"/>
            <a:ext cx="1465063" cy="612648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/>
              <a:t>i = i + 1</a:t>
            </a:r>
            <a:endParaRPr/>
          </a:p>
        </p:txBody>
      </p:sp>
      <p:sp>
        <p:nvSpPr>
          <p:cNvPr id="127230709" name=""/>
          <p:cNvSpPr/>
          <p:nvPr/>
        </p:nvSpPr>
        <p:spPr bwMode="auto">
          <a:xfrm rot="0" flipH="0" flipV="0">
            <a:off x="8178735" y="3974246"/>
            <a:ext cx="2164556" cy="654843"/>
          </a:xfrm>
          <a:prstGeom prst="flowChartInputOutp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/>
              <a:t>Выв</a:t>
            </a:r>
            <a:r>
              <a:rPr lang="en-US"/>
              <a:t>o</a:t>
            </a:r>
            <a:r>
              <a:rPr/>
              <a:t>д числа </a:t>
            </a:r>
            <a:r>
              <a:rPr lang="en-US"/>
              <a:t>X</a:t>
            </a:r>
            <a:endParaRPr/>
          </a:p>
        </p:txBody>
      </p:sp>
      <p:sp>
        <p:nvSpPr>
          <p:cNvPr id="1237351440" name=""/>
          <p:cNvSpPr/>
          <p:nvPr/>
        </p:nvSpPr>
        <p:spPr bwMode="auto">
          <a:xfrm rot="0" flipH="0" flipV="0">
            <a:off x="8092713" y="5047392"/>
            <a:ext cx="2336601" cy="637841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/>
              <a:t>max &lt; X?</a:t>
            </a:r>
            <a:endParaRPr/>
          </a:p>
        </p:txBody>
      </p:sp>
      <p:cxnSp>
        <p:nvCxnSpPr>
          <p:cNvPr id="538350929" name=""/>
          <p:cNvCxnSpPr>
            <a:stCxn id="1888368230" idx="3"/>
          </p:cNvCxnSpPr>
          <p:nvPr/>
        </p:nvCxnSpPr>
        <p:spPr bwMode="auto">
          <a:xfrm rot="0" flipH="0" flipV="0">
            <a:off x="1787460" y="337467"/>
            <a:ext cx="952499" cy="0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6913380" name=""/>
          <p:cNvCxnSpPr>
            <a:stCxn id="1164397202" idx="4"/>
            <a:endCxn id="1315524855" idx="0"/>
          </p:cNvCxnSpPr>
          <p:nvPr/>
        </p:nvCxnSpPr>
        <p:spPr bwMode="auto">
          <a:xfrm rot="5400000" flipH="0" flipV="0">
            <a:off x="3320107" y="700608"/>
            <a:ext cx="369837" cy="0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6805469" name=""/>
          <p:cNvCxnSpPr/>
          <p:nvPr/>
        </p:nvCxnSpPr>
        <p:spPr bwMode="auto">
          <a:xfrm flipH="0" flipV="1">
            <a:off x="4764023" y="1145976"/>
            <a:ext cx="1086445" cy="0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1310225" name=""/>
          <p:cNvCxnSpPr>
            <a:stCxn id="356404540" idx="4"/>
            <a:endCxn id="157566116" idx="0"/>
          </p:cNvCxnSpPr>
          <p:nvPr/>
        </p:nvCxnSpPr>
        <p:spPr bwMode="auto">
          <a:xfrm rot="5400000" flipH="0" flipV="1">
            <a:off x="7150334" y="1461195"/>
            <a:ext cx="330396" cy="21431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746888" name=""/>
          <p:cNvCxnSpPr>
            <a:stCxn id="157566116" idx="2"/>
            <a:endCxn id="1613153528" idx="0"/>
          </p:cNvCxnSpPr>
          <p:nvPr/>
        </p:nvCxnSpPr>
        <p:spPr bwMode="auto">
          <a:xfrm rot="5400000" flipH="0" flipV="0">
            <a:off x="7151821" y="2221706"/>
            <a:ext cx="327421" cy="21431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300636" name=""/>
          <p:cNvCxnSpPr>
            <a:stCxn id="1613153528" idx="2"/>
            <a:endCxn id="1613153528" idx="2"/>
          </p:cNvCxnSpPr>
          <p:nvPr/>
        </p:nvCxnSpPr>
        <p:spPr bwMode="auto">
          <a:xfrm rot="5400000" flipH="0" flipV="0">
            <a:off x="7304816" y="2848570"/>
            <a:ext cx="0" cy="0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0191866" name=""/>
          <p:cNvCxnSpPr>
            <a:stCxn id="1613153528" idx="2"/>
          </p:cNvCxnSpPr>
          <p:nvPr/>
        </p:nvCxnSpPr>
        <p:spPr bwMode="auto">
          <a:xfrm rot="5400000" flipH="0" flipV="1">
            <a:off x="7138724" y="3016746"/>
            <a:ext cx="336351" cy="0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929975" name=""/>
          <p:cNvCxnSpPr/>
          <p:nvPr/>
        </p:nvCxnSpPr>
        <p:spPr bwMode="auto">
          <a:xfrm flipH="0" flipV="1">
            <a:off x="8544257" y="3467694"/>
            <a:ext cx="1056679" cy="0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1677821" name=""/>
          <p:cNvCxnSpPr/>
          <p:nvPr/>
        </p:nvCxnSpPr>
        <p:spPr bwMode="auto">
          <a:xfrm flipH="0" flipV="0">
            <a:off x="9526523" y="3542109"/>
            <a:ext cx="0" cy="342304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3557925" name=""/>
          <p:cNvCxnSpPr>
            <a:stCxn id="127230709" idx="4"/>
          </p:cNvCxnSpPr>
          <p:nvPr/>
        </p:nvCxnSpPr>
        <p:spPr bwMode="auto">
          <a:xfrm rot="5400000" flipH="0" flipV="1">
            <a:off x="9111263" y="4785091"/>
            <a:ext cx="312003" cy="0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46335" name=""/>
          <p:cNvCxnSpPr>
            <a:stCxn id="713335431" idx="1"/>
          </p:cNvCxnSpPr>
          <p:nvPr/>
        </p:nvCxnSpPr>
        <p:spPr bwMode="auto">
          <a:xfrm rot="10800000" flipH="0" flipV="0">
            <a:off x="5225390" y="3502774"/>
            <a:ext cx="951160" cy="0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5437915" name=""/>
          <p:cNvCxnSpPr/>
          <p:nvPr/>
        </p:nvCxnSpPr>
        <p:spPr bwMode="auto">
          <a:xfrm flipH="1" flipV="0">
            <a:off x="5240273" y="3497460"/>
            <a:ext cx="0" cy="1131629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9203963" name=""/>
          <p:cNvCxnSpPr/>
          <p:nvPr/>
        </p:nvCxnSpPr>
        <p:spPr bwMode="auto">
          <a:xfrm flipH="1" flipV="1">
            <a:off x="2501835" y="5075038"/>
            <a:ext cx="1250156" cy="0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5868521" name=""/>
          <p:cNvCxnSpPr/>
          <p:nvPr/>
        </p:nvCxnSpPr>
        <p:spPr bwMode="auto">
          <a:xfrm flipH="0" flipV="0">
            <a:off x="1608867" y="3914179"/>
            <a:ext cx="0" cy="773906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7827733" name=""/>
          <p:cNvCxnSpPr>
            <a:stCxn id="1315524855" idx="1"/>
          </p:cNvCxnSpPr>
          <p:nvPr/>
        </p:nvCxnSpPr>
        <p:spPr bwMode="auto">
          <a:xfrm rot="10800000" flipH="0" flipV="0">
            <a:off x="1519570" y="1119931"/>
            <a:ext cx="832037" cy="0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615418" name=""/>
          <p:cNvCxnSpPr/>
          <p:nvPr/>
        </p:nvCxnSpPr>
        <p:spPr bwMode="auto">
          <a:xfrm flipH="0" flipV="0">
            <a:off x="1519570" y="1175742"/>
            <a:ext cx="0" cy="1369218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4293411" name=""/>
          <p:cNvCxnSpPr>
            <a:stCxn id="1237351440" idx="3"/>
          </p:cNvCxnSpPr>
          <p:nvPr/>
        </p:nvCxnSpPr>
        <p:spPr bwMode="auto">
          <a:xfrm rot="0" flipH="0" flipV="0">
            <a:off x="10429314" y="5369504"/>
            <a:ext cx="615255" cy="0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0994375" name=""/>
          <p:cNvCxnSpPr/>
          <p:nvPr/>
        </p:nvCxnSpPr>
        <p:spPr bwMode="auto">
          <a:xfrm flipH="0" flipV="0">
            <a:off x="11074335" y="5357812"/>
            <a:ext cx="0" cy="669726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971858" name=""/>
          <p:cNvCxnSpPr>
            <a:stCxn id="1237351440" idx="1"/>
          </p:cNvCxnSpPr>
          <p:nvPr/>
        </p:nvCxnSpPr>
        <p:spPr bwMode="auto">
          <a:xfrm rot="10800000" flipH="0" flipV="0">
            <a:off x="6966679" y="5362062"/>
            <a:ext cx="1126033" cy="0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1694335" name=""/>
          <p:cNvCxnSpPr/>
          <p:nvPr/>
        </p:nvCxnSpPr>
        <p:spPr bwMode="auto">
          <a:xfrm flipH="1" flipV="0">
            <a:off x="6996445" y="5387577"/>
            <a:ext cx="0" cy="565546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9647610" name=""/>
          <p:cNvCxnSpPr/>
          <p:nvPr/>
        </p:nvCxnSpPr>
        <p:spPr bwMode="auto">
          <a:xfrm flipH="0" flipV="0">
            <a:off x="7800117" y="6384726"/>
            <a:ext cx="2411015" cy="0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8391872" name=""/>
          <p:cNvCxnSpPr>
            <a:stCxn id="1417732363" idx="3"/>
          </p:cNvCxnSpPr>
          <p:nvPr/>
        </p:nvCxnSpPr>
        <p:spPr bwMode="auto">
          <a:xfrm rot="0" flipH="0" flipV="1">
            <a:off x="11808356" y="6407050"/>
            <a:ext cx="307776" cy="0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022824" name=""/>
          <p:cNvCxnSpPr/>
          <p:nvPr/>
        </p:nvCxnSpPr>
        <p:spPr bwMode="auto">
          <a:xfrm flipH="0" flipV="1">
            <a:off x="12116132" y="3378398"/>
            <a:ext cx="0" cy="2881050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3945284" name=""/>
          <p:cNvCxnSpPr/>
          <p:nvPr/>
        </p:nvCxnSpPr>
        <p:spPr bwMode="auto">
          <a:xfrm flipH="1" flipV="0">
            <a:off x="8276366" y="3363515"/>
            <a:ext cx="3780234" cy="0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45268225" name=""/>
          <p:cNvSpPr txBox="1"/>
          <p:nvPr/>
        </p:nvSpPr>
        <p:spPr bwMode="auto">
          <a:xfrm rot="0" flipH="0" flipV="0">
            <a:off x="2080769" y="779856"/>
            <a:ext cx="541677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ru-RU"/>
              <a:t>нет </a:t>
            </a:r>
            <a:endParaRPr/>
          </a:p>
        </p:txBody>
      </p:sp>
      <p:sp>
        <p:nvSpPr>
          <p:cNvPr id="918126738" name=""/>
          <p:cNvSpPr txBox="1"/>
          <p:nvPr/>
        </p:nvSpPr>
        <p:spPr bwMode="auto">
          <a:xfrm rot="0" flipH="0" flipV="0">
            <a:off x="4436383" y="753811"/>
            <a:ext cx="444120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да</a:t>
            </a:r>
            <a:endParaRPr/>
          </a:p>
        </p:txBody>
      </p:sp>
      <p:sp>
        <p:nvSpPr>
          <p:cNvPr id="2112694323" name=""/>
          <p:cNvSpPr txBox="1"/>
          <p:nvPr/>
        </p:nvSpPr>
        <p:spPr bwMode="auto">
          <a:xfrm rot="0" flipH="0" flipV="0">
            <a:off x="5905712" y="3101574"/>
            <a:ext cx="541677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нет</a:t>
            </a:r>
            <a:endParaRPr/>
          </a:p>
        </p:txBody>
      </p:sp>
      <p:sp>
        <p:nvSpPr>
          <p:cNvPr id="152817021" name=""/>
          <p:cNvSpPr txBox="1"/>
          <p:nvPr/>
        </p:nvSpPr>
        <p:spPr bwMode="auto">
          <a:xfrm rot="0" flipH="0" flipV="0">
            <a:off x="8434107" y="3429000"/>
            <a:ext cx="444120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да</a:t>
            </a:r>
            <a:endParaRPr/>
          </a:p>
        </p:txBody>
      </p:sp>
      <p:sp>
        <p:nvSpPr>
          <p:cNvPr id="1266446015" name=""/>
          <p:cNvSpPr txBox="1"/>
          <p:nvPr/>
        </p:nvSpPr>
        <p:spPr bwMode="auto">
          <a:xfrm rot="0" flipH="0" flipV="0">
            <a:off x="7830171" y="4956604"/>
            <a:ext cx="444120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да</a:t>
            </a:r>
            <a:endParaRPr/>
          </a:p>
        </p:txBody>
      </p:sp>
      <p:sp>
        <p:nvSpPr>
          <p:cNvPr id="587399780" name=""/>
          <p:cNvSpPr txBox="1"/>
          <p:nvPr/>
        </p:nvSpPr>
        <p:spPr bwMode="auto">
          <a:xfrm rot="0" flipH="0" flipV="0">
            <a:off x="10270663" y="5000193"/>
            <a:ext cx="541677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нет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7672022" name=""/>
          <p:cNvSpPr txBox="1"/>
          <p:nvPr/>
        </p:nvSpPr>
        <p:spPr bwMode="auto">
          <a:xfrm rot="0" flipH="0" flipV="0">
            <a:off x="403359" y="288723"/>
            <a:ext cx="1263639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/>
              <a:t>task_4-2-</a:t>
            </a:r>
            <a:r>
              <a:rPr lang="ru-RU"/>
              <a:t>4</a:t>
            </a:r>
            <a:endParaRPr/>
          </a:p>
        </p:txBody>
      </p:sp>
      <p:sp>
        <p:nvSpPr>
          <p:cNvPr id="1739600485" name=""/>
          <p:cNvSpPr/>
          <p:nvPr/>
        </p:nvSpPr>
        <p:spPr bwMode="auto">
          <a:xfrm rot="0" flipH="0" flipV="0">
            <a:off x="4198476" y="59531"/>
            <a:ext cx="1271587" cy="595312"/>
          </a:xfrm>
          <a:prstGeom prst="flowChartTermina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/>
              <a:t>Начало</a:t>
            </a:r>
            <a:endParaRPr/>
          </a:p>
        </p:txBody>
      </p:sp>
      <p:sp>
        <p:nvSpPr>
          <p:cNvPr id="1109777252" name=""/>
          <p:cNvSpPr/>
          <p:nvPr/>
        </p:nvSpPr>
        <p:spPr bwMode="auto">
          <a:xfrm rot="0" flipH="0" flipV="0">
            <a:off x="3097148" y="5901035"/>
            <a:ext cx="1331118" cy="550663"/>
          </a:xfrm>
          <a:prstGeom prst="flowChartTermina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/>
              <a:t>Конец</a:t>
            </a:r>
            <a:endParaRPr/>
          </a:p>
        </p:txBody>
      </p:sp>
      <p:sp>
        <p:nvSpPr>
          <p:cNvPr id="1454058982" name=""/>
          <p:cNvSpPr/>
          <p:nvPr/>
        </p:nvSpPr>
        <p:spPr bwMode="auto">
          <a:xfrm rot="0" flipH="0" flipV="0">
            <a:off x="3930585" y="2410419"/>
            <a:ext cx="1807368" cy="640555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/>
              <a:t>N &lt; 1?</a:t>
            </a:r>
            <a:endParaRPr/>
          </a:p>
        </p:txBody>
      </p:sp>
      <p:sp>
        <p:nvSpPr>
          <p:cNvPr id="1811217662" name=""/>
          <p:cNvSpPr/>
          <p:nvPr/>
        </p:nvSpPr>
        <p:spPr bwMode="auto">
          <a:xfrm rot="0" flipH="0" flipV="0">
            <a:off x="7241118" y="2506265"/>
            <a:ext cx="1830585" cy="544710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/>
              <a:t>S = 0/n i = 1</a:t>
            </a:r>
            <a:endParaRPr/>
          </a:p>
        </p:txBody>
      </p:sp>
      <p:sp>
        <p:nvSpPr>
          <p:cNvPr id="535358789" name=""/>
          <p:cNvSpPr/>
          <p:nvPr/>
        </p:nvSpPr>
        <p:spPr bwMode="auto">
          <a:xfrm rot="0" flipH="0" flipV="0">
            <a:off x="7160155" y="3695104"/>
            <a:ext cx="2105024" cy="725090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/>
              <a:t>i &lt;= N?</a:t>
            </a:r>
            <a:endParaRPr/>
          </a:p>
        </p:txBody>
      </p:sp>
      <p:sp>
        <p:nvSpPr>
          <p:cNvPr id="1089351785" name=""/>
          <p:cNvSpPr/>
          <p:nvPr/>
        </p:nvSpPr>
        <p:spPr bwMode="auto">
          <a:xfrm rot="0" flipH="0" flipV="0">
            <a:off x="9496757" y="4917543"/>
            <a:ext cx="1301352" cy="484917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/>
              <a:t>S = S + i*i</a:t>
            </a:r>
            <a:endParaRPr/>
          </a:p>
        </p:txBody>
      </p:sp>
      <p:sp>
        <p:nvSpPr>
          <p:cNvPr id="1725753971" name=""/>
          <p:cNvSpPr/>
          <p:nvPr/>
        </p:nvSpPr>
        <p:spPr bwMode="auto">
          <a:xfrm rot="0" flipH="0" flipV="0">
            <a:off x="9496757" y="6042421"/>
            <a:ext cx="1279921" cy="461367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/>
              <a:t>i = i + 1</a:t>
            </a:r>
            <a:endParaRPr/>
          </a:p>
        </p:txBody>
      </p:sp>
      <p:sp>
        <p:nvSpPr>
          <p:cNvPr id="1406718443" name=""/>
          <p:cNvSpPr/>
          <p:nvPr/>
        </p:nvSpPr>
        <p:spPr bwMode="auto">
          <a:xfrm rot="0" flipH="0" flipV="0">
            <a:off x="5470063" y="5618261"/>
            <a:ext cx="2030610" cy="833437"/>
          </a:xfrm>
          <a:prstGeom prst="flowChartInputOutp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/>
              <a:t>Вывод</a:t>
            </a:r>
            <a:r>
              <a:rPr/>
              <a:t> </a:t>
            </a:r>
            <a:r>
              <a:rPr lang="en-US"/>
              <a:t>S</a:t>
            </a:r>
            <a:endParaRPr/>
          </a:p>
        </p:txBody>
      </p:sp>
      <p:sp>
        <p:nvSpPr>
          <p:cNvPr id="1924790415" name=""/>
          <p:cNvSpPr/>
          <p:nvPr/>
        </p:nvSpPr>
        <p:spPr bwMode="auto">
          <a:xfrm rot="0" flipH="0" flipV="0">
            <a:off x="254531" y="4341614"/>
            <a:ext cx="2402681" cy="703659"/>
          </a:xfrm>
          <a:prstGeom prst="flowChartInputOutp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/>
              <a:t>Ошибка:</a:t>
            </a:r>
            <a:r>
              <a:rPr lang="en-US"/>
              <a:t> N &gt;= 1</a:t>
            </a:r>
            <a:endParaRPr/>
          </a:p>
        </p:txBody>
      </p:sp>
      <p:sp>
        <p:nvSpPr>
          <p:cNvPr id="1714320782" name=""/>
          <p:cNvSpPr/>
          <p:nvPr/>
        </p:nvSpPr>
        <p:spPr bwMode="auto">
          <a:xfrm rot="0" flipH="0" flipV="0">
            <a:off x="3845455" y="1250156"/>
            <a:ext cx="1941314" cy="612647"/>
          </a:xfrm>
          <a:prstGeom prst="flowChartInputOutp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/>
              <a:t>Ввод </a:t>
            </a:r>
            <a:r>
              <a:rPr lang="en-US"/>
              <a:t>N</a:t>
            </a:r>
            <a:endParaRPr/>
          </a:p>
        </p:txBody>
      </p:sp>
      <p:cxnSp>
        <p:nvCxnSpPr>
          <p:cNvPr id="716270591" name=""/>
          <p:cNvCxnSpPr>
            <a:stCxn id="1739600485" idx="2"/>
            <a:endCxn id="1714320782" idx="1"/>
          </p:cNvCxnSpPr>
          <p:nvPr/>
        </p:nvCxnSpPr>
        <p:spPr bwMode="auto">
          <a:xfrm rot="5400000" flipH="0" flipV="0">
            <a:off x="4527535" y="943421"/>
            <a:ext cx="595312" cy="18156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8758134" name=""/>
          <p:cNvCxnSpPr>
            <a:stCxn id="1714320782" idx="4"/>
          </p:cNvCxnSpPr>
          <p:nvPr/>
        </p:nvCxnSpPr>
        <p:spPr bwMode="auto">
          <a:xfrm rot="5400000" flipH="0" flipV="1">
            <a:off x="4590376" y="2092261"/>
            <a:ext cx="458914" cy="0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4065792" name=""/>
          <p:cNvCxnSpPr>
            <a:stCxn id="1454058982" idx="3"/>
          </p:cNvCxnSpPr>
          <p:nvPr/>
        </p:nvCxnSpPr>
        <p:spPr bwMode="auto">
          <a:xfrm rot="0" flipH="0" flipV="0">
            <a:off x="5737954" y="2734567"/>
            <a:ext cx="1392435" cy="0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7720501" name=""/>
          <p:cNvCxnSpPr/>
          <p:nvPr/>
        </p:nvCxnSpPr>
        <p:spPr bwMode="auto">
          <a:xfrm rot="10800000" flipH="0" flipV="0">
            <a:off x="1727929" y="2730698"/>
            <a:ext cx="2202656" cy="3869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4200010" name=""/>
          <p:cNvCxnSpPr/>
          <p:nvPr/>
        </p:nvCxnSpPr>
        <p:spPr bwMode="auto">
          <a:xfrm flipH="0" flipV="0">
            <a:off x="1727929" y="2738077"/>
            <a:ext cx="0" cy="1503523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4425379" name=""/>
          <p:cNvCxnSpPr/>
          <p:nvPr/>
        </p:nvCxnSpPr>
        <p:spPr bwMode="auto">
          <a:xfrm flipH="1" flipV="0">
            <a:off x="1698163" y="5134570"/>
            <a:ext cx="0" cy="967382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7113178" name=""/>
          <p:cNvCxnSpPr/>
          <p:nvPr/>
        </p:nvCxnSpPr>
        <p:spPr bwMode="auto">
          <a:xfrm flipH="0" flipV="0">
            <a:off x="1713046" y="6176367"/>
            <a:ext cx="1265038" cy="0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0573132" name=""/>
          <p:cNvCxnSpPr/>
          <p:nvPr/>
        </p:nvCxnSpPr>
        <p:spPr bwMode="auto">
          <a:xfrm flipH="1" flipV="0">
            <a:off x="4585429" y="6034980"/>
            <a:ext cx="982265" cy="0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2556018" name=""/>
          <p:cNvCxnSpPr/>
          <p:nvPr/>
        </p:nvCxnSpPr>
        <p:spPr bwMode="auto">
          <a:xfrm rot="5400000" flipH="0" flipV="1">
            <a:off x="7912333" y="3342679"/>
            <a:ext cx="488156" cy="0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4863807" name=""/>
          <p:cNvCxnSpPr>
            <a:stCxn id="535358789" idx="1"/>
            <a:endCxn id="535358789" idx="1"/>
          </p:cNvCxnSpPr>
          <p:nvPr/>
        </p:nvCxnSpPr>
        <p:spPr bwMode="auto">
          <a:xfrm rot="10800000" flipH="0" flipV="0">
            <a:off x="7160155" y="4057650"/>
            <a:ext cx="0" cy="0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4492943" name=""/>
          <p:cNvCxnSpPr>
            <a:stCxn id="535358789" idx="1"/>
          </p:cNvCxnSpPr>
          <p:nvPr/>
        </p:nvCxnSpPr>
        <p:spPr bwMode="auto">
          <a:xfrm rot="10800000" flipH="0" flipV="1">
            <a:off x="6609492" y="4060328"/>
            <a:ext cx="550663" cy="0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5563625" name=""/>
          <p:cNvCxnSpPr/>
          <p:nvPr/>
        </p:nvCxnSpPr>
        <p:spPr bwMode="auto">
          <a:xfrm flipH="1" flipV="0">
            <a:off x="6624374" y="4107656"/>
            <a:ext cx="0" cy="1294804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4498317" name=""/>
          <p:cNvCxnSpPr>
            <a:stCxn id="1725753971" idx="3"/>
          </p:cNvCxnSpPr>
          <p:nvPr/>
        </p:nvCxnSpPr>
        <p:spPr bwMode="auto">
          <a:xfrm rot="0" flipH="0" flipV="0">
            <a:off x="10776679" y="6273105"/>
            <a:ext cx="952499" cy="22323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2745267" name=""/>
          <p:cNvCxnSpPr/>
          <p:nvPr/>
        </p:nvCxnSpPr>
        <p:spPr bwMode="auto">
          <a:xfrm flipH="0" flipV="1">
            <a:off x="11854790" y="4057649"/>
            <a:ext cx="0" cy="2118717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148020" name=""/>
          <p:cNvCxnSpPr/>
          <p:nvPr/>
        </p:nvCxnSpPr>
        <p:spPr bwMode="auto">
          <a:xfrm flipH="1" flipV="1">
            <a:off x="9377695" y="4060328"/>
            <a:ext cx="2351484" cy="0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5847345" name=""/>
          <p:cNvCxnSpPr/>
          <p:nvPr/>
        </p:nvCxnSpPr>
        <p:spPr bwMode="auto">
          <a:xfrm flipH="0" flipV="0">
            <a:off x="8916328" y="4271006"/>
            <a:ext cx="1220390" cy="0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4045469" name=""/>
          <p:cNvCxnSpPr/>
          <p:nvPr/>
        </p:nvCxnSpPr>
        <p:spPr bwMode="auto">
          <a:xfrm flipH="0" flipV="0">
            <a:off x="10092070" y="4316015"/>
            <a:ext cx="0" cy="491132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2965623" name=""/>
          <p:cNvCxnSpPr/>
          <p:nvPr/>
        </p:nvCxnSpPr>
        <p:spPr bwMode="auto">
          <a:xfrm flipH="1" flipV="0">
            <a:off x="10151601" y="5491757"/>
            <a:ext cx="0" cy="461367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5633895" name=""/>
          <p:cNvSpPr txBox="1"/>
          <p:nvPr/>
        </p:nvSpPr>
        <p:spPr bwMode="auto">
          <a:xfrm rot="0" flipH="0" flipV="0">
            <a:off x="3623395" y="2321718"/>
            <a:ext cx="444120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да</a:t>
            </a:r>
            <a:endParaRPr/>
          </a:p>
        </p:txBody>
      </p:sp>
      <p:sp>
        <p:nvSpPr>
          <p:cNvPr id="2005614522" name=""/>
          <p:cNvSpPr txBox="1"/>
          <p:nvPr/>
        </p:nvSpPr>
        <p:spPr bwMode="auto">
          <a:xfrm rot="0" flipH="0" flipV="0">
            <a:off x="5805820" y="2381249"/>
            <a:ext cx="541677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нет </a:t>
            </a:r>
            <a:endParaRPr/>
          </a:p>
        </p:txBody>
      </p:sp>
      <p:sp>
        <p:nvSpPr>
          <p:cNvPr id="906163508" name=""/>
          <p:cNvSpPr txBox="1"/>
          <p:nvPr/>
        </p:nvSpPr>
        <p:spPr bwMode="auto">
          <a:xfrm rot="0" flipH="0" flipV="0">
            <a:off x="6699441" y="3695104"/>
            <a:ext cx="541677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нет</a:t>
            </a:r>
            <a:endParaRPr/>
          </a:p>
        </p:txBody>
      </p:sp>
      <p:sp>
        <p:nvSpPr>
          <p:cNvPr id="1753872023" name=""/>
          <p:cNvSpPr txBox="1"/>
          <p:nvPr/>
        </p:nvSpPr>
        <p:spPr bwMode="auto">
          <a:xfrm rot="0" flipH="0" flipV="0">
            <a:off x="8990741" y="4316015"/>
            <a:ext cx="444120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да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ONLYOFFICE/9.3.1.8</Application>
  <PresentationFormat>On-screen Show (4:3)</PresentationFormat>
  <Paragraphs>0</Paragraphs>
  <Slides>4</Slides>
  <Notes>4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Theme 1</vt:lpstr>
      <vt:lpstr>Slide 1</vt:lpstr>
      <vt:lpstr>Slide 2</vt:lpstr>
      <vt:lpstr>Slide 3</vt:lpstr>
      <vt:lpstr>Slide 4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</cp:revision>
  <dcterms:modified xsi:type="dcterms:W3CDTF">2026-04-05T16:41:17Z</dcterms:modified>
</cp:coreProperties>
</file>