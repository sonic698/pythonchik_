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ru-RU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4233374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8480297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ru-RU"/>
              <a:t>10/30/2013</a:t>
            </a:fld>
            <a:endParaRPr lang="ru-RU"/>
          </a:p>
        </p:txBody>
      </p:sp>
      <p:sp>
        <p:nvSpPr>
          <p:cNvPr id="287264997" name="Рисунок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52426553" name="Заметка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972226803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30989449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114356" name="Рисунок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27902475" name="Текст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>
              <a:latin typeface="Arial"/>
              <a:cs typeface="Arial"/>
            </a:endParaRPr>
          </a:p>
        </p:txBody>
      </p:sp>
      <p:sp>
        <p:nvSpPr>
          <p:cNvPr id="115514744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3689525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505810676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192306634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939276116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29411034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551047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838247527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103299251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2050863347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143796834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3080873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09629475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2171179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380996231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208733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2539618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627327422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270542377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870432384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605023825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74762480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4225041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926450095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77320910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2055722723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56832533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803926805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981030119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08804548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149970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6001452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242674277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9751222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6200085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710668837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23717305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0714374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524227637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99231608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52359428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648175425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345918475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1705469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113550481" name="Рисунок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Нажмите, чтобы добавить изображение</a:t>
            </a:r>
            <a:endParaRPr lang="ru-RU"/>
          </a:p>
        </p:txBody>
      </p:sp>
      <p:sp>
        <p:nvSpPr>
          <p:cNvPr id="437162109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5854908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448869219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24850818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209908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094276158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268692301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935457040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07193349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0269170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68773806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624299338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644131946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98058959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343487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964463720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84971741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20161780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3029755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206209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85912" y="252412"/>
            <a:ext cx="9020174" cy="6353174"/>
          </a:xfrm>
          <a:prstGeom prst="rect">
            <a:avLst/>
          </a:prstGeom>
        </p:spPr>
      </p:pic>
      <p:sp>
        <p:nvSpPr>
          <p:cNvPr id="1462935795" name=""/>
          <p:cNvSpPr txBox="1"/>
          <p:nvPr/>
        </p:nvSpPr>
        <p:spPr bwMode="auto">
          <a:xfrm rot="0" flipH="0" flipV="0">
            <a:off x="491361" y="405519"/>
            <a:ext cx="933243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task4-5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ONLYOFFICE/9.3.1.8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2026-04-14T22:41:06Z</dcterms:modified>
</cp:coreProperties>
</file>